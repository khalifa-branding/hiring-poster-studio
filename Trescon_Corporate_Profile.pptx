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1E23"/>
        </a:solidFill>
        <a:effectLst/>
      </p:bgPr>
    </p:bg>
    <p:spTree>
      <p:nvGrpSpPr>
        <p:cNvPr id="1" name=""/>
        <p:cNvGrpSpPr/>
        <p:nvPr/>
      </p:nvGrpSpPr>
      <p:grpSpPr>
        <a:xfrm>
          <a:off x="0" y="0"/>
          <a:ext cx="0" cy="0"/>
          <a:chOff x="0" y="0"/>
          <a:chExt cx="0" cy="0"/>
        </a:xfrm>
      </p:grpSpPr>
      <p:sp>
        <p:nvSpPr>
          <p:cNvPr id="102" name="Oval 101">
            <a:extLst>
              <a:ext uri="{FF2B5EF4-FFF2-40B4-BE49-F238E27FC236}">
                <a16:creationId xmlns:a16="http://schemas.microsoft.com/office/drawing/2014/main" id="{DB88DF24-803E-48DE-9C11-FA11AA795527}"/>
              </a:ext>
            </a:extLst>
          </p:cNvPr>
          <p:cNvSpPr/>
          <p:nvPr/>
        </p:nvSpPr>
        <p:spPr>
          <a:xfrm>
            <a:off x="12138025" y="4518025"/>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1" name="Oval 100">
            <a:extLst>
              <a:ext uri="{FF2B5EF4-FFF2-40B4-BE49-F238E27FC236}">
                <a16:creationId xmlns:a16="http://schemas.microsoft.com/office/drawing/2014/main" id="{BF439E79-218F-42CA-9B56-E2F461471481}"/>
              </a:ext>
            </a:extLst>
          </p:cNvPr>
          <p:cNvSpPr/>
          <p:nvPr/>
        </p:nvSpPr>
        <p:spPr>
          <a:xfrm>
            <a:off x="11882074" y="4532399"/>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0" name="Oval 99">
            <a:extLst>
              <a:ext uri="{FF2B5EF4-FFF2-40B4-BE49-F238E27FC236}">
                <a16:creationId xmlns:a16="http://schemas.microsoft.com/office/drawing/2014/main" id="{294C2BA4-927D-4CAB-A9CC-858AA411B626}"/>
              </a:ext>
            </a:extLst>
          </p:cNvPr>
          <p:cNvSpPr/>
          <p:nvPr/>
        </p:nvSpPr>
        <p:spPr>
          <a:xfrm>
            <a:off x="11629342" y="4575340"/>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14AE6844-A883-4828-9265-FCAC8F47F566}"/>
              </a:ext>
            </a:extLst>
          </p:cNvPr>
          <p:cNvSpPr/>
          <p:nvPr/>
        </p:nvSpPr>
        <p:spPr>
          <a:xfrm>
            <a:off x="11383007" y="4646308"/>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8" name="Oval 97">
            <a:extLst>
              <a:ext uri="{FF2B5EF4-FFF2-40B4-BE49-F238E27FC236}">
                <a16:creationId xmlns:a16="http://schemas.microsoft.com/office/drawing/2014/main" id="{923FF161-DD5C-4AF2-AC89-AAD502F297A2}"/>
              </a:ext>
            </a:extLst>
          </p:cNvPr>
          <p:cNvSpPr/>
          <p:nvPr/>
        </p:nvSpPr>
        <p:spPr>
          <a:xfrm>
            <a:off x="11146167" y="4744410"/>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7" name="Oval 96">
            <a:extLst>
              <a:ext uri="{FF2B5EF4-FFF2-40B4-BE49-F238E27FC236}">
                <a16:creationId xmlns:a16="http://schemas.microsoft.com/office/drawing/2014/main" id="{05A64258-2996-45CB-8FDF-3FDA7B83B08C}"/>
              </a:ext>
            </a:extLst>
          </p:cNvPr>
          <p:cNvSpPr/>
          <p:nvPr/>
        </p:nvSpPr>
        <p:spPr>
          <a:xfrm>
            <a:off x="10921800" y="4868413"/>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6" name="Oval 95">
            <a:extLst>
              <a:ext uri="{FF2B5EF4-FFF2-40B4-BE49-F238E27FC236}">
                <a16:creationId xmlns:a16="http://schemas.microsoft.com/office/drawing/2014/main" id="{980B6F6F-3751-40A9-A85B-DD3DAA909FC0}"/>
              </a:ext>
            </a:extLst>
          </p:cNvPr>
          <p:cNvSpPr/>
          <p:nvPr/>
        </p:nvSpPr>
        <p:spPr>
          <a:xfrm>
            <a:off x="10712728" y="5016758"/>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5" name="Oval 94">
            <a:extLst>
              <a:ext uri="{FF2B5EF4-FFF2-40B4-BE49-F238E27FC236}">
                <a16:creationId xmlns:a16="http://schemas.microsoft.com/office/drawing/2014/main" id="{1EF09F4D-92F5-47D8-9C45-91455C7850A9}"/>
              </a:ext>
            </a:extLst>
          </p:cNvPr>
          <p:cNvSpPr/>
          <p:nvPr/>
        </p:nvSpPr>
        <p:spPr>
          <a:xfrm>
            <a:off x="10521579" y="5187579"/>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4" name="Oval 93">
            <a:extLst>
              <a:ext uri="{FF2B5EF4-FFF2-40B4-BE49-F238E27FC236}">
                <a16:creationId xmlns:a16="http://schemas.microsoft.com/office/drawing/2014/main" id="{913D4C6F-D43C-4E32-A767-0EA1BA0EA436}"/>
              </a:ext>
            </a:extLst>
          </p:cNvPr>
          <p:cNvSpPr/>
          <p:nvPr/>
        </p:nvSpPr>
        <p:spPr>
          <a:xfrm>
            <a:off x="10350758" y="5378728"/>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3" name="Oval 92">
            <a:extLst>
              <a:ext uri="{FF2B5EF4-FFF2-40B4-BE49-F238E27FC236}">
                <a16:creationId xmlns:a16="http://schemas.microsoft.com/office/drawing/2014/main" id="{E3DCEC71-91A1-4A8D-B81C-F0AE17E0ACB4}"/>
              </a:ext>
            </a:extLst>
          </p:cNvPr>
          <p:cNvSpPr/>
          <p:nvPr/>
        </p:nvSpPr>
        <p:spPr>
          <a:xfrm>
            <a:off x="10202414" y="5587800"/>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2" name="Oval 91">
            <a:extLst>
              <a:ext uri="{FF2B5EF4-FFF2-40B4-BE49-F238E27FC236}">
                <a16:creationId xmlns:a16="http://schemas.microsoft.com/office/drawing/2014/main" id="{73189D68-E063-4C5F-B038-E430EFA7FEAE}"/>
              </a:ext>
            </a:extLst>
          </p:cNvPr>
          <p:cNvSpPr/>
          <p:nvPr/>
        </p:nvSpPr>
        <p:spPr>
          <a:xfrm>
            <a:off x="10078410" y="5812167"/>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1" name="Oval 90">
            <a:extLst>
              <a:ext uri="{FF2B5EF4-FFF2-40B4-BE49-F238E27FC236}">
                <a16:creationId xmlns:a16="http://schemas.microsoft.com/office/drawing/2014/main" id="{943E83A1-58EC-4477-A2E6-B02CC7A29784}"/>
              </a:ext>
            </a:extLst>
          </p:cNvPr>
          <p:cNvSpPr/>
          <p:nvPr/>
        </p:nvSpPr>
        <p:spPr>
          <a:xfrm>
            <a:off x="9980308" y="6049007"/>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0" name="Oval 89">
            <a:extLst>
              <a:ext uri="{FF2B5EF4-FFF2-40B4-BE49-F238E27FC236}">
                <a16:creationId xmlns:a16="http://schemas.microsoft.com/office/drawing/2014/main" id="{C827F8F3-6BE0-484A-8B73-7E75AE0CCBDA}"/>
              </a:ext>
            </a:extLst>
          </p:cNvPr>
          <p:cNvSpPr/>
          <p:nvPr/>
        </p:nvSpPr>
        <p:spPr>
          <a:xfrm>
            <a:off x="9909340" y="6295342"/>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9" name="Oval 88">
            <a:extLst>
              <a:ext uri="{FF2B5EF4-FFF2-40B4-BE49-F238E27FC236}">
                <a16:creationId xmlns:a16="http://schemas.microsoft.com/office/drawing/2014/main" id="{32548C84-3878-4A4D-898D-41F8553B112A}"/>
              </a:ext>
            </a:extLst>
          </p:cNvPr>
          <p:cNvSpPr/>
          <p:nvPr/>
        </p:nvSpPr>
        <p:spPr>
          <a:xfrm>
            <a:off x="9866399" y="6548074"/>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8" name="Oval 87">
            <a:extLst>
              <a:ext uri="{FF2B5EF4-FFF2-40B4-BE49-F238E27FC236}">
                <a16:creationId xmlns:a16="http://schemas.microsoft.com/office/drawing/2014/main" id="{3510C934-153A-4422-A2A5-ECC5E774AF17}"/>
              </a:ext>
            </a:extLst>
          </p:cNvPr>
          <p:cNvSpPr/>
          <p:nvPr/>
        </p:nvSpPr>
        <p:spPr>
          <a:xfrm>
            <a:off x="9852025" y="6804025"/>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7" name="Oval 86">
            <a:extLst>
              <a:ext uri="{FF2B5EF4-FFF2-40B4-BE49-F238E27FC236}">
                <a16:creationId xmlns:a16="http://schemas.microsoft.com/office/drawing/2014/main" id="{08A055E3-530C-4EB5-AC54-92ECC25DD916}"/>
              </a:ext>
            </a:extLst>
          </p:cNvPr>
          <p:cNvSpPr/>
          <p:nvPr/>
        </p:nvSpPr>
        <p:spPr>
          <a:xfrm>
            <a:off x="12147550" y="4972050"/>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6" name="Oval 85">
            <a:extLst>
              <a:ext uri="{FF2B5EF4-FFF2-40B4-BE49-F238E27FC236}">
                <a16:creationId xmlns:a16="http://schemas.microsoft.com/office/drawing/2014/main" id="{10134751-35AA-4E37-AD9A-944E33C69D8F}"/>
              </a:ext>
            </a:extLst>
          </p:cNvPr>
          <p:cNvSpPr/>
          <p:nvPr/>
        </p:nvSpPr>
        <p:spPr>
          <a:xfrm>
            <a:off x="11885477" y="4990794"/>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5" name="Oval 84">
            <a:extLst>
              <a:ext uri="{FF2B5EF4-FFF2-40B4-BE49-F238E27FC236}">
                <a16:creationId xmlns:a16="http://schemas.microsoft.com/office/drawing/2014/main" id="{B7C2A534-DD26-4464-99E8-B2E693CDE92B}"/>
              </a:ext>
            </a:extLst>
          </p:cNvPr>
          <p:cNvSpPr/>
          <p:nvPr/>
        </p:nvSpPr>
        <p:spPr>
          <a:xfrm>
            <a:off x="11628740" y="5046644"/>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4" name="Oval 83">
            <a:extLst>
              <a:ext uri="{FF2B5EF4-FFF2-40B4-BE49-F238E27FC236}">
                <a16:creationId xmlns:a16="http://schemas.microsoft.com/office/drawing/2014/main" id="{BC5A6ACC-3940-463A-94F3-DADB11DFACDC}"/>
              </a:ext>
            </a:extLst>
          </p:cNvPr>
          <p:cNvSpPr/>
          <p:nvPr/>
        </p:nvSpPr>
        <p:spPr>
          <a:xfrm>
            <a:off x="11382563" y="5138463"/>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619F451A-D62E-4449-914D-895CCD0526A4}"/>
              </a:ext>
            </a:extLst>
          </p:cNvPr>
          <p:cNvSpPr/>
          <p:nvPr/>
        </p:nvSpPr>
        <p:spPr>
          <a:xfrm>
            <a:off x="11151960" y="5264382"/>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2" name="Oval 81">
            <a:extLst>
              <a:ext uri="{FF2B5EF4-FFF2-40B4-BE49-F238E27FC236}">
                <a16:creationId xmlns:a16="http://schemas.microsoft.com/office/drawing/2014/main" id="{4A978E52-B1DC-418C-B9AE-1E56152D92E5}"/>
              </a:ext>
            </a:extLst>
          </p:cNvPr>
          <p:cNvSpPr/>
          <p:nvPr/>
        </p:nvSpPr>
        <p:spPr>
          <a:xfrm>
            <a:off x="10941624" y="5421837"/>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BE2F1EB9-5576-4519-B19F-2ACDAEBEDB5C}"/>
              </a:ext>
            </a:extLst>
          </p:cNvPr>
          <p:cNvSpPr/>
          <p:nvPr/>
        </p:nvSpPr>
        <p:spPr>
          <a:xfrm>
            <a:off x="10755837" y="5607624"/>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B06EAD2B-B8AB-48B7-A4AB-CC34660F6728}"/>
              </a:ext>
            </a:extLst>
          </p:cNvPr>
          <p:cNvSpPr/>
          <p:nvPr/>
        </p:nvSpPr>
        <p:spPr>
          <a:xfrm>
            <a:off x="10598382" y="5817960"/>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9" name="Oval 78">
            <a:extLst>
              <a:ext uri="{FF2B5EF4-FFF2-40B4-BE49-F238E27FC236}">
                <a16:creationId xmlns:a16="http://schemas.microsoft.com/office/drawing/2014/main" id="{49A280F7-B96D-4FFC-B145-7124AD33AD0E}"/>
              </a:ext>
            </a:extLst>
          </p:cNvPr>
          <p:cNvSpPr/>
          <p:nvPr/>
        </p:nvSpPr>
        <p:spPr>
          <a:xfrm>
            <a:off x="10472462" y="6048563"/>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F02655AE-5701-48CC-9116-FBF44350816F}"/>
              </a:ext>
            </a:extLst>
          </p:cNvPr>
          <p:cNvSpPr/>
          <p:nvPr/>
        </p:nvSpPr>
        <p:spPr>
          <a:xfrm>
            <a:off x="10380644" y="6294739"/>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E179552E-FFD8-41BF-9378-3EC10BA24BEC}"/>
              </a:ext>
            </a:extLst>
          </p:cNvPr>
          <p:cNvSpPr/>
          <p:nvPr/>
        </p:nvSpPr>
        <p:spPr>
          <a:xfrm>
            <a:off x="10324794" y="6551477"/>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1B53767B-8907-4F46-84C6-7A70B00F0D2F}"/>
              </a:ext>
            </a:extLst>
          </p:cNvPr>
          <p:cNvSpPr/>
          <p:nvPr/>
        </p:nvSpPr>
        <p:spPr>
          <a:xfrm>
            <a:off x="10306050" y="6813550"/>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5" name="Oval 74">
            <a:extLst>
              <a:ext uri="{FF2B5EF4-FFF2-40B4-BE49-F238E27FC236}">
                <a16:creationId xmlns:a16="http://schemas.microsoft.com/office/drawing/2014/main" id="{F3FA9041-887C-4CC7-82CB-2EB5550E524D}"/>
              </a:ext>
            </a:extLst>
          </p:cNvPr>
          <p:cNvSpPr/>
          <p:nvPr/>
        </p:nvSpPr>
        <p:spPr>
          <a:xfrm>
            <a:off x="12157075" y="5426075"/>
            <a:ext cx="69850" cy="698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4" name="Oval 73">
            <a:extLst>
              <a:ext uri="{FF2B5EF4-FFF2-40B4-BE49-F238E27FC236}">
                <a16:creationId xmlns:a16="http://schemas.microsoft.com/office/drawing/2014/main" id="{03972F0B-B280-4DC1-8418-3181A3CE0CEF}"/>
              </a:ext>
            </a:extLst>
          </p:cNvPr>
          <p:cNvSpPr/>
          <p:nvPr/>
        </p:nvSpPr>
        <p:spPr>
          <a:xfrm>
            <a:off x="11884533" y="5452918"/>
            <a:ext cx="69850" cy="698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3" name="Oval 72">
            <a:extLst>
              <a:ext uri="{FF2B5EF4-FFF2-40B4-BE49-F238E27FC236}">
                <a16:creationId xmlns:a16="http://schemas.microsoft.com/office/drawing/2014/main" id="{7EF9C3B4-CF82-4F6E-88BB-E000D20E965A}"/>
              </a:ext>
            </a:extLst>
          </p:cNvPr>
          <p:cNvSpPr/>
          <p:nvPr/>
        </p:nvSpPr>
        <p:spPr>
          <a:xfrm>
            <a:off x="11622467" y="5532415"/>
            <a:ext cx="69850" cy="698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2" name="Oval 71">
            <a:extLst>
              <a:ext uri="{FF2B5EF4-FFF2-40B4-BE49-F238E27FC236}">
                <a16:creationId xmlns:a16="http://schemas.microsoft.com/office/drawing/2014/main" id="{15140597-E372-46F3-9044-2BD983BBA5F3}"/>
              </a:ext>
            </a:extLst>
          </p:cNvPr>
          <p:cNvSpPr/>
          <p:nvPr/>
        </p:nvSpPr>
        <p:spPr>
          <a:xfrm>
            <a:off x="11380943" y="5661512"/>
            <a:ext cx="69850" cy="698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1" name="Oval 70">
            <a:extLst>
              <a:ext uri="{FF2B5EF4-FFF2-40B4-BE49-F238E27FC236}">
                <a16:creationId xmlns:a16="http://schemas.microsoft.com/office/drawing/2014/main" id="{A7901F94-F63E-4D2C-A344-45159BA2D4CE}"/>
              </a:ext>
            </a:extLst>
          </p:cNvPr>
          <p:cNvSpPr/>
          <p:nvPr/>
        </p:nvSpPr>
        <p:spPr>
          <a:xfrm>
            <a:off x="11169247" y="5835247"/>
            <a:ext cx="69850" cy="698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F3E242C9-8C4E-48FF-90DC-94B764BAF530}"/>
              </a:ext>
            </a:extLst>
          </p:cNvPr>
          <p:cNvSpPr/>
          <p:nvPr/>
        </p:nvSpPr>
        <p:spPr>
          <a:xfrm>
            <a:off x="10995512" y="6046943"/>
            <a:ext cx="69850" cy="698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9" name="Oval 68">
            <a:extLst>
              <a:ext uri="{FF2B5EF4-FFF2-40B4-BE49-F238E27FC236}">
                <a16:creationId xmlns:a16="http://schemas.microsoft.com/office/drawing/2014/main" id="{B5EA5CFF-FB23-414E-B127-8493F0CC2B5F}"/>
              </a:ext>
            </a:extLst>
          </p:cNvPr>
          <p:cNvSpPr/>
          <p:nvPr/>
        </p:nvSpPr>
        <p:spPr>
          <a:xfrm>
            <a:off x="10866415" y="6288466"/>
            <a:ext cx="69850" cy="698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8" name="Oval 67">
            <a:extLst>
              <a:ext uri="{FF2B5EF4-FFF2-40B4-BE49-F238E27FC236}">
                <a16:creationId xmlns:a16="http://schemas.microsoft.com/office/drawing/2014/main" id="{9F5FF43D-AA4E-40C7-9F5F-0D823A6E42B5}"/>
              </a:ext>
            </a:extLst>
          </p:cNvPr>
          <p:cNvSpPr/>
          <p:nvPr/>
        </p:nvSpPr>
        <p:spPr>
          <a:xfrm>
            <a:off x="10786918" y="6550533"/>
            <a:ext cx="69850" cy="698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57A68E98-E3CC-4B2D-919B-E3651B87E6ED}"/>
              </a:ext>
            </a:extLst>
          </p:cNvPr>
          <p:cNvSpPr/>
          <p:nvPr/>
        </p:nvSpPr>
        <p:spPr>
          <a:xfrm>
            <a:off x="10760075" y="6823075"/>
            <a:ext cx="69850" cy="698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FFF96786-C042-4B7A-AAB6-9B5DC3E08FD2}"/>
              </a:ext>
            </a:extLst>
          </p:cNvPr>
          <p:cNvSpPr/>
          <p:nvPr/>
        </p:nvSpPr>
        <p:spPr>
          <a:xfrm>
            <a:off x="12166600" y="5880100"/>
            <a:ext cx="50800" cy="508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8E2D2BA9-1EB3-4160-8625-F7F4C9576561}"/>
              </a:ext>
            </a:extLst>
          </p:cNvPr>
          <p:cNvSpPr/>
          <p:nvPr/>
        </p:nvSpPr>
        <p:spPr>
          <a:xfrm>
            <a:off x="11872261" y="5926719"/>
            <a:ext cx="50800" cy="508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1B11734C-1EC6-4C75-B434-8D3202C526CD}"/>
              </a:ext>
            </a:extLst>
          </p:cNvPr>
          <p:cNvSpPr/>
          <p:nvPr/>
        </p:nvSpPr>
        <p:spPr>
          <a:xfrm>
            <a:off x="11606734" y="6062011"/>
            <a:ext cx="50800" cy="508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3D4AFDE4-A17D-446A-AA7C-DA0F1888943C}"/>
              </a:ext>
            </a:extLst>
          </p:cNvPr>
          <p:cNvSpPr/>
          <p:nvPr/>
        </p:nvSpPr>
        <p:spPr>
          <a:xfrm>
            <a:off x="11396011" y="6272735"/>
            <a:ext cx="50800" cy="508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391F9B3D-78BB-4CEE-AF59-F29DC7E6A9A3}"/>
              </a:ext>
            </a:extLst>
          </p:cNvPr>
          <p:cNvSpPr/>
          <p:nvPr/>
        </p:nvSpPr>
        <p:spPr>
          <a:xfrm>
            <a:off x="11260719" y="6538261"/>
            <a:ext cx="50800" cy="508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E3F90FCF-5BD1-4F29-BFDA-2D8FE18AC25D}"/>
              </a:ext>
            </a:extLst>
          </p:cNvPr>
          <p:cNvSpPr/>
          <p:nvPr/>
        </p:nvSpPr>
        <p:spPr>
          <a:xfrm>
            <a:off x="11214100" y="6832600"/>
            <a:ext cx="50800" cy="508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0" name="Oval 59">
            <a:extLst>
              <a:ext uri="{FF2B5EF4-FFF2-40B4-BE49-F238E27FC236}">
                <a16:creationId xmlns:a16="http://schemas.microsoft.com/office/drawing/2014/main" id="{A313DA9C-E37B-41EA-887A-1E2AB6914869}"/>
              </a:ext>
            </a:extLst>
          </p:cNvPr>
          <p:cNvSpPr/>
          <p:nvPr/>
        </p:nvSpPr>
        <p:spPr>
          <a:xfrm>
            <a:off x="12176125" y="6334125"/>
            <a:ext cx="31750" cy="317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DE19BCEF-27C5-4D97-80E1-5183EFC23B81}"/>
              </a:ext>
            </a:extLst>
          </p:cNvPr>
          <p:cNvSpPr/>
          <p:nvPr/>
        </p:nvSpPr>
        <p:spPr>
          <a:xfrm>
            <a:off x="11816914" y="6482915"/>
            <a:ext cx="31750" cy="31749"/>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8" name="Oval 57">
            <a:extLst>
              <a:ext uri="{FF2B5EF4-FFF2-40B4-BE49-F238E27FC236}">
                <a16:creationId xmlns:a16="http://schemas.microsoft.com/office/drawing/2014/main" id="{5C09C366-D8F2-4153-A565-28C92A5126CC}"/>
              </a:ext>
            </a:extLst>
          </p:cNvPr>
          <p:cNvSpPr/>
          <p:nvPr/>
        </p:nvSpPr>
        <p:spPr>
          <a:xfrm>
            <a:off x="11668125" y="6842125"/>
            <a:ext cx="31750" cy="317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7" name="Oval 56">
            <a:extLst>
              <a:ext uri="{FF2B5EF4-FFF2-40B4-BE49-F238E27FC236}">
                <a16:creationId xmlns:a16="http://schemas.microsoft.com/office/drawing/2014/main" id="{E9E9A663-6972-49A1-9700-6236D755D1B5}"/>
              </a:ext>
            </a:extLst>
          </p:cNvPr>
          <p:cNvSpPr/>
          <p:nvPr/>
        </p:nvSpPr>
        <p:spPr>
          <a:xfrm>
            <a:off x="2232025" y="6804025"/>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CD621A1F-68B3-49B2-9B11-A4797FA50BA0}"/>
              </a:ext>
            </a:extLst>
          </p:cNvPr>
          <p:cNvSpPr/>
          <p:nvPr/>
        </p:nvSpPr>
        <p:spPr>
          <a:xfrm>
            <a:off x="2217651" y="6548074"/>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5" name="Oval 54">
            <a:extLst>
              <a:ext uri="{FF2B5EF4-FFF2-40B4-BE49-F238E27FC236}">
                <a16:creationId xmlns:a16="http://schemas.microsoft.com/office/drawing/2014/main" id="{A39B1769-073E-4728-A134-70DD14DA2293}"/>
              </a:ext>
            </a:extLst>
          </p:cNvPr>
          <p:cNvSpPr/>
          <p:nvPr/>
        </p:nvSpPr>
        <p:spPr>
          <a:xfrm>
            <a:off x="2174710" y="6295342"/>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4" name="Oval 53">
            <a:extLst>
              <a:ext uri="{FF2B5EF4-FFF2-40B4-BE49-F238E27FC236}">
                <a16:creationId xmlns:a16="http://schemas.microsoft.com/office/drawing/2014/main" id="{A5D27B5D-C725-4367-8C6E-BA78AAF0EE20}"/>
              </a:ext>
            </a:extLst>
          </p:cNvPr>
          <p:cNvSpPr/>
          <p:nvPr/>
        </p:nvSpPr>
        <p:spPr>
          <a:xfrm>
            <a:off x="2103742" y="6049007"/>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69B6396C-2B3D-48E5-BB26-1BE7B9A59064}"/>
              </a:ext>
            </a:extLst>
          </p:cNvPr>
          <p:cNvSpPr/>
          <p:nvPr/>
        </p:nvSpPr>
        <p:spPr>
          <a:xfrm>
            <a:off x="2005640" y="5812167"/>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C72A9AC7-6BA1-40D6-BF94-82D43EE26916}"/>
              </a:ext>
            </a:extLst>
          </p:cNvPr>
          <p:cNvSpPr/>
          <p:nvPr/>
        </p:nvSpPr>
        <p:spPr>
          <a:xfrm>
            <a:off x="1881637" y="5587800"/>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5E7FDA71-9519-4E98-A7EA-464BE9424BD6}"/>
              </a:ext>
            </a:extLst>
          </p:cNvPr>
          <p:cNvSpPr/>
          <p:nvPr/>
        </p:nvSpPr>
        <p:spPr>
          <a:xfrm>
            <a:off x="1733292" y="5378728"/>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E1D9CF55-AF57-4D21-9FFD-74856BD42C36}"/>
              </a:ext>
            </a:extLst>
          </p:cNvPr>
          <p:cNvSpPr/>
          <p:nvPr/>
        </p:nvSpPr>
        <p:spPr>
          <a:xfrm>
            <a:off x="1562471" y="5187579"/>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0F7542D3-1A4D-4C7F-AF37-7FB6EEDA0C1C}"/>
              </a:ext>
            </a:extLst>
          </p:cNvPr>
          <p:cNvSpPr/>
          <p:nvPr/>
        </p:nvSpPr>
        <p:spPr>
          <a:xfrm>
            <a:off x="1371323" y="5016758"/>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86ADB349-9150-4F0F-AA9D-5DDD1900645C}"/>
              </a:ext>
            </a:extLst>
          </p:cNvPr>
          <p:cNvSpPr/>
          <p:nvPr/>
        </p:nvSpPr>
        <p:spPr>
          <a:xfrm>
            <a:off x="1162250" y="4868413"/>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E3CB5171-08E1-4925-B224-C0919FB60F2C}"/>
              </a:ext>
            </a:extLst>
          </p:cNvPr>
          <p:cNvSpPr/>
          <p:nvPr/>
        </p:nvSpPr>
        <p:spPr>
          <a:xfrm>
            <a:off x="937883" y="4744410"/>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B027CE8A-911D-4C2A-A9F0-DFF22DBB6D5D}"/>
              </a:ext>
            </a:extLst>
          </p:cNvPr>
          <p:cNvSpPr/>
          <p:nvPr/>
        </p:nvSpPr>
        <p:spPr>
          <a:xfrm>
            <a:off x="701043" y="4646308"/>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53CAD5A6-D43C-4719-B0A2-0C33D8D0E88E}"/>
              </a:ext>
            </a:extLst>
          </p:cNvPr>
          <p:cNvSpPr/>
          <p:nvPr/>
        </p:nvSpPr>
        <p:spPr>
          <a:xfrm>
            <a:off x="454708" y="4575340"/>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C1183235-316D-4284-8240-350F426CEFDC}"/>
              </a:ext>
            </a:extLst>
          </p:cNvPr>
          <p:cNvSpPr/>
          <p:nvPr/>
        </p:nvSpPr>
        <p:spPr>
          <a:xfrm>
            <a:off x="201976" y="4532399"/>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6332DB43-34B7-4764-B317-2AD914665AF6}"/>
              </a:ext>
            </a:extLst>
          </p:cNvPr>
          <p:cNvSpPr/>
          <p:nvPr/>
        </p:nvSpPr>
        <p:spPr>
          <a:xfrm>
            <a:off x="-53975" y="4518025"/>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150E8824-7986-4983-9AFE-C319775F66BB}"/>
              </a:ext>
            </a:extLst>
          </p:cNvPr>
          <p:cNvSpPr/>
          <p:nvPr/>
        </p:nvSpPr>
        <p:spPr>
          <a:xfrm>
            <a:off x="1797050" y="6813550"/>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4E0B842E-5D9B-409B-88C1-D658F7261807}"/>
              </a:ext>
            </a:extLst>
          </p:cNvPr>
          <p:cNvSpPr/>
          <p:nvPr/>
        </p:nvSpPr>
        <p:spPr>
          <a:xfrm>
            <a:off x="1778306" y="6551477"/>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55DDF8AF-239C-48F1-B542-D3FB6B69E0DD}"/>
              </a:ext>
            </a:extLst>
          </p:cNvPr>
          <p:cNvSpPr/>
          <p:nvPr/>
        </p:nvSpPr>
        <p:spPr>
          <a:xfrm>
            <a:off x="1722456" y="6294739"/>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CD8E354E-FEB5-46B0-85F2-F62C58457522}"/>
              </a:ext>
            </a:extLst>
          </p:cNvPr>
          <p:cNvSpPr/>
          <p:nvPr/>
        </p:nvSpPr>
        <p:spPr>
          <a:xfrm>
            <a:off x="1630637" y="6048563"/>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8B9DC863-3CBA-46EB-99A0-61EFD5D8BC77}"/>
              </a:ext>
            </a:extLst>
          </p:cNvPr>
          <p:cNvSpPr/>
          <p:nvPr/>
        </p:nvSpPr>
        <p:spPr>
          <a:xfrm>
            <a:off x="1504718" y="5817960"/>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FCA82342-ED7D-45E8-99CD-DB84F8B0F8E8}"/>
              </a:ext>
            </a:extLst>
          </p:cNvPr>
          <p:cNvSpPr/>
          <p:nvPr/>
        </p:nvSpPr>
        <p:spPr>
          <a:xfrm>
            <a:off x="1347263" y="5607624"/>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E4FE3BF6-3248-4587-830D-93E7D95619C4}"/>
              </a:ext>
            </a:extLst>
          </p:cNvPr>
          <p:cNvSpPr/>
          <p:nvPr/>
        </p:nvSpPr>
        <p:spPr>
          <a:xfrm>
            <a:off x="1161476" y="5421837"/>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101ED247-F13C-42F2-A294-E5C6328F3F3D}"/>
              </a:ext>
            </a:extLst>
          </p:cNvPr>
          <p:cNvSpPr/>
          <p:nvPr/>
        </p:nvSpPr>
        <p:spPr>
          <a:xfrm>
            <a:off x="951140" y="5264382"/>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BE18F415-BD2B-4F18-89FF-0AD8DFA3CC3D}"/>
              </a:ext>
            </a:extLst>
          </p:cNvPr>
          <p:cNvSpPr/>
          <p:nvPr/>
        </p:nvSpPr>
        <p:spPr>
          <a:xfrm>
            <a:off x="720537" y="5138463"/>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31F4C2EC-874D-4EDA-8A7A-3EB2AF8B0A63}"/>
              </a:ext>
            </a:extLst>
          </p:cNvPr>
          <p:cNvSpPr/>
          <p:nvPr/>
        </p:nvSpPr>
        <p:spPr>
          <a:xfrm>
            <a:off x="474360" y="5046644"/>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CC4DA180-8100-47A7-8C93-DC72D28F86E3}"/>
              </a:ext>
            </a:extLst>
          </p:cNvPr>
          <p:cNvSpPr/>
          <p:nvPr/>
        </p:nvSpPr>
        <p:spPr>
          <a:xfrm>
            <a:off x="217623" y="4990794"/>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F49D1B91-5915-49A9-875D-7455926A07B8}"/>
              </a:ext>
            </a:extLst>
          </p:cNvPr>
          <p:cNvSpPr/>
          <p:nvPr/>
        </p:nvSpPr>
        <p:spPr>
          <a:xfrm>
            <a:off x="-44450" y="4972050"/>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EECC64DB-C660-4584-8779-3B1FE7A5EE83}"/>
              </a:ext>
            </a:extLst>
          </p:cNvPr>
          <p:cNvSpPr/>
          <p:nvPr/>
        </p:nvSpPr>
        <p:spPr>
          <a:xfrm>
            <a:off x="1362075" y="6823075"/>
            <a:ext cx="69850" cy="698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A13FC736-C3CF-4C22-9334-94E78783CDD9}"/>
              </a:ext>
            </a:extLst>
          </p:cNvPr>
          <p:cNvSpPr/>
          <p:nvPr/>
        </p:nvSpPr>
        <p:spPr>
          <a:xfrm>
            <a:off x="1335232" y="6550533"/>
            <a:ext cx="69850" cy="698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D6C95212-653A-4CDD-8906-284F72F1E197}"/>
              </a:ext>
            </a:extLst>
          </p:cNvPr>
          <p:cNvSpPr/>
          <p:nvPr/>
        </p:nvSpPr>
        <p:spPr>
          <a:xfrm>
            <a:off x="1255735" y="6288466"/>
            <a:ext cx="69850" cy="698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B6D852FD-3208-473C-9ADE-9543FA04FBE1}"/>
              </a:ext>
            </a:extLst>
          </p:cNvPr>
          <p:cNvSpPr/>
          <p:nvPr/>
        </p:nvSpPr>
        <p:spPr>
          <a:xfrm>
            <a:off x="1126638" y="6046943"/>
            <a:ext cx="69850" cy="698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1333392D-42F1-4CF4-9CEB-1BE2BA93AC3D}"/>
              </a:ext>
            </a:extLst>
          </p:cNvPr>
          <p:cNvSpPr/>
          <p:nvPr/>
        </p:nvSpPr>
        <p:spPr>
          <a:xfrm>
            <a:off x="952903" y="5835247"/>
            <a:ext cx="69850" cy="698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D3A69B9F-7AF3-4070-9845-BCD116C27F87}"/>
              </a:ext>
            </a:extLst>
          </p:cNvPr>
          <p:cNvSpPr/>
          <p:nvPr/>
        </p:nvSpPr>
        <p:spPr>
          <a:xfrm>
            <a:off x="741207" y="5661512"/>
            <a:ext cx="69850" cy="698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A09ED3D7-FCA2-41EA-8C62-4847554B6935}"/>
              </a:ext>
            </a:extLst>
          </p:cNvPr>
          <p:cNvSpPr/>
          <p:nvPr/>
        </p:nvSpPr>
        <p:spPr>
          <a:xfrm>
            <a:off x="499684" y="5532415"/>
            <a:ext cx="69850" cy="698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6A454BBC-E2E5-4E9B-BC50-865BA97768B4}"/>
              </a:ext>
            </a:extLst>
          </p:cNvPr>
          <p:cNvSpPr/>
          <p:nvPr/>
        </p:nvSpPr>
        <p:spPr>
          <a:xfrm>
            <a:off x="237616" y="5452918"/>
            <a:ext cx="69850" cy="698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4C5640AC-10E3-4B61-A257-11250EEE6B63}"/>
              </a:ext>
            </a:extLst>
          </p:cNvPr>
          <p:cNvSpPr/>
          <p:nvPr/>
        </p:nvSpPr>
        <p:spPr>
          <a:xfrm>
            <a:off x="-34925" y="5426075"/>
            <a:ext cx="69850" cy="698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C9C7E645-1CA6-4448-825D-ED7C9CEB3C56}"/>
              </a:ext>
            </a:extLst>
          </p:cNvPr>
          <p:cNvSpPr/>
          <p:nvPr/>
        </p:nvSpPr>
        <p:spPr>
          <a:xfrm>
            <a:off x="927100" y="6832600"/>
            <a:ext cx="50800" cy="508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3F669AC4-45C2-4748-96A2-74CDBA5BC158}"/>
              </a:ext>
            </a:extLst>
          </p:cNvPr>
          <p:cNvSpPr/>
          <p:nvPr/>
        </p:nvSpPr>
        <p:spPr>
          <a:xfrm>
            <a:off x="880481" y="6538261"/>
            <a:ext cx="50800" cy="508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89CE37A4-9C23-45BA-997D-AD52F5AE7E70}"/>
              </a:ext>
            </a:extLst>
          </p:cNvPr>
          <p:cNvSpPr/>
          <p:nvPr/>
        </p:nvSpPr>
        <p:spPr>
          <a:xfrm>
            <a:off x="745189" y="6272735"/>
            <a:ext cx="50800" cy="508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E4893A83-92D8-4855-AE35-54C8CF47197B}"/>
              </a:ext>
            </a:extLst>
          </p:cNvPr>
          <p:cNvSpPr/>
          <p:nvPr/>
        </p:nvSpPr>
        <p:spPr>
          <a:xfrm>
            <a:off x="534465" y="6062011"/>
            <a:ext cx="50800" cy="508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2BD08E49-7B13-40B3-8710-6B6F5EDCBCE0}"/>
              </a:ext>
            </a:extLst>
          </p:cNvPr>
          <p:cNvSpPr/>
          <p:nvPr/>
        </p:nvSpPr>
        <p:spPr>
          <a:xfrm>
            <a:off x="268939" y="5926719"/>
            <a:ext cx="50800" cy="508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A6F7107C-739D-49FB-9A97-84880FF2C534}"/>
              </a:ext>
            </a:extLst>
          </p:cNvPr>
          <p:cNvSpPr/>
          <p:nvPr/>
        </p:nvSpPr>
        <p:spPr>
          <a:xfrm>
            <a:off x="-25400" y="5880100"/>
            <a:ext cx="50800" cy="508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0DB85277-F0D4-4572-85E1-0DB930756A82}"/>
              </a:ext>
            </a:extLst>
          </p:cNvPr>
          <p:cNvSpPr/>
          <p:nvPr/>
        </p:nvSpPr>
        <p:spPr>
          <a:xfrm>
            <a:off x="492125" y="6842125"/>
            <a:ext cx="31750" cy="317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A829CA1A-8CFF-44A8-A368-C31A77F857C2}"/>
              </a:ext>
            </a:extLst>
          </p:cNvPr>
          <p:cNvSpPr/>
          <p:nvPr/>
        </p:nvSpPr>
        <p:spPr>
          <a:xfrm>
            <a:off x="343335" y="6482915"/>
            <a:ext cx="31750" cy="31749"/>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B16E743F-1CCD-4F5E-8344-84AEB640CED8}"/>
              </a:ext>
            </a:extLst>
          </p:cNvPr>
          <p:cNvSpPr/>
          <p:nvPr/>
        </p:nvSpPr>
        <p:spPr>
          <a:xfrm>
            <a:off x="-15875" y="6334125"/>
            <a:ext cx="31750" cy="317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CDC4726A-91AF-4D18-9A8E-DEB30E5E2868}"/>
              </a:ext>
            </a:extLst>
          </p:cNvPr>
          <p:cNvPicPr>
            <a:picLocks/>
          </p:cNvPicPr>
          <p:nvPr/>
        </p:nvPicPr>
        <p:blipFill>
          <a:blip r:embed="rId2"/>
          <a:stretch>
            <a:fillRect/>
          </a:stretch>
        </p:blipFill>
        <p:spPr>
          <a:xfrm>
            <a:off x="5588000" y="0"/>
            <a:ext cx="6604000" cy="6858000"/>
          </a:xfrm>
          <a:prstGeom prst="rect">
            <a:avLst/>
          </a:prstGeom>
        </p:spPr>
      </p:pic>
      <p:sp>
        <p:nvSpPr>
          <p:cNvPr id="5" name="TextBox 4"/>
          <p:cNvSpPr txBox="1"/>
          <p:nvPr/>
        </p:nvSpPr>
        <p:spPr>
          <a:xfrm>
            <a:off x="731520" y="2032000"/>
            <a:ext cx="4445000" cy="246221"/>
          </a:xfrm>
          <a:prstGeom prst="rect">
            <a:avLst/>
          </a:prstGeom>
          <a:noFill/>
        </p:spPr>
        <p:txBody>
          <a:bodyPr wrap="square" lIns="45720" rIns="45720">
            <a:spAutoFit/>
          </a:bodyPr>
          <a:lstStyle/>
          <a:p>
            <a:pPr algn="l"/>
            <a:r>
              <a:rPr sz="1000" b="1" i="0">
                <a:solidFill>
                  <a:srgbClr val="E6FFA6"/>
                </a:solidFill>
                <a:latin typeface="Manrope" pitchFamily="2" charset="0"/>
              </a:rPr>
              <a:t>CELEBRATING 10 YEARS OF IMPACT</a:t>
            </a:r>
          </a:p>
        </p:txBody>
      </p:sp>
      <p:sp>
        <p:nvSpPr>
          <p:cNvPr id="6" name="TextBox 5"/>
          <p:cNvSpPr txBox="1"/>
          <p:nvPr/>
        </p:nvSpPr>
        <p:spPr>
          <a:xfrm>
            <a:off x="731520" y="2476500"/>
            <a:ext cx="4699000" cy="1249060"/>
          </a:xfrm>
          <a:prstGeom prst="rect">
            <a:avLst/>
          </a:prstGeom>
          <a:noFill/>
        </p:spPr>
        <p:txBody>
          <a:bodyPr wrap="square" lIns="45720" rIns="45720">
            <a:spAutoFit/>
          </a:bodyPr>
          <a:lstStyle/>
          <a:p>
            <a:pPr algn="l">
              <a:lnSpc>
                <a:spcPct val="105000"/>
              </a:lnSpc>
            </a:pPr>
            <a:r>
              <a:rPr lang="en-IN" sz="2500" b="1" i="0">
                <a:solidFill>
                  <a:srgbClr val="FFFFFF"/>
                </a:solidFill>
                <a:latin typeface="Manrope" pitchFamily="2" charset="0"/>
              </a:rPr>
              <a:t>CONNECTING BUSINESSES
WITH OPPORTUNITIES</a:t>
            </a:r>
            <a:endParaRPr sz="2500" b="1" i="0">
              <a:solidFill>
                <a:srgbClr val="FFFFFF"/>
              </a:solidFill>
              <a:latin typeface="Manrope" pitchFamily="2" charset="0"/>
            </a:endParaRPr>
          </a:p>
          <a:p>
            <a:pPr algn="l">
              <a:spcBef>
                <a:spcPts val="1400"/>
              </a:spcBef>
            </a:pPr>
            <a:r>
              <a:rPr sz="1100" i="0">
                <a:solidFill>
                  <a:srgbClr val="00A5A3"/>
                </a:solidFill>
                <a:latin typeface="Manrope" pitchFamily="2" charset="0"/>
              </a:rPr>
              <a:t>Powering Global Innovation Through High-Impact Business Events</a:t>
            </a:r>
          </a:p>
        </p:txBody>
      </p:sp>
      <p:sp>
        <p:nvSpPr>
          <p:cNvPr id="8" name="TextBox 7"/>
          <p:cNvSpPr txBox="1"/>
          <p:nvPr/>
        </p:nvSpPr>
        <p:spPr>
          <a:xfrm>
            <a:off x="731520" y="5715000"/>
            <a:ext cx="4445000" cy="230832"/>
          </a:xfrm>
          <a:prstGeom prst="rect">
            <a:avLst/>
          </a:prstGeom>
          <a:noFill/>
        </p:spPr>
        <p:txBody>
          <a:bodyPr wrap="square" lIns="45720" rIns="45720">
            <a:spAutoFit/>
          </a:bodyPr>
          <a:lstStyle/>
          <a:p>
            <a:pPr algn="l"/>
            <a:r>
              <a:rPr sz="900" i="0">
                <a:solidFill>
                  <a:srgbClr val="787878"/>
                </a:solidFill>
                <a:latin typeface="Manrope" pitchFamily="2" charset="0"/>
              </a:rPr>
              <a:t>Corporate Profile  |  Est. 2016  |  www.tresconglobal.com</a:t>
            </a:r>
          </a:p>
        </p:txBody>
      </p:sp>
      <p:pic>
        <p:nvPicPr>
          <p:cNvPr id="12" name="Picture 11">
            <a:extLst>
              <a:ext uri="{FF2B5EF4-FFF2-40B4-BE49-F238E27FC236}">
                <a16:creationId xmlns:a16="http://schemas.microsoft.com/office/drawing/2014/main" id="{46EBE35D-2FFB-4E3A-9AFF-BF247F9817AF}"/>
              </a:ext>
            </a:extLst>
          </p:cNvPr>
          <p:cNvPicPr>
            <a:picLocks/>
          </p:cNvPicPr>
          <p:nvPr/>
        </p:nvPicPr>
        <p:blipFill>
          <a:blip r:embed="rId3"/>
          <a:stretch>
            <a:fillRect/>
          </a:stretch>
        </p:blipFill>
        <p:spPr>
          <a:xfrm>
            <a:off x="731520" y="635000"/>
            <a:ext cx="1397000" cy="8534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AFA"/>
        </a:solidFill>
        <a:effectLst/>
      </p:bgPr>
    </p:bg>
    <p:spTree>
      <p:nvGrpSpPr>
        <p:cNvPr id="1" name=""/>
        <p:cNvGrpSpPr/>
        <p:nvPr/>
      </p:nvGrpSpPr>
      <p:grpSpPr>
        <a:xfrm>
          <a:off x="0" y="0"/>
          <a:ext cx="0" cy="0"/>
          <a:chOff x="0" y="0"/>
          <a:chExt cx="0" cy="0"/>
        </a:xfrm>
      </p:grpSpPr>
      <p:sp>
        <p:nvSpPr>
          <p:cNvPr id="101" name="Oval 100">
            <a:extLst>
              <a:ext uri="{FF2B5EF4-FFF2-40B4-BE49-F238E27FC236}">
                <a16:creationId xmlns:a16="http://schemas.microsoft.com/office/drawing/2014/main" id="{EA3FF577-4BE5-4B14-ADFF-3609BE63CAB8}"/>
              </a:ext>
            </a:extLst>
          </p:cNvPr>
          <p:cNvSpPr/>
          <p:nvPr/>
        </p:nvSpPr>
        <p:spPr>
          <a:xfrm>
            <a:off x="-53975" y="223202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0" name="Oval 99">
            <a:extLst>
              <a:ext uri="{FF2B5EF4-FFF2-40B4-BE49-F238E27FC236}">
                <a16:creationId xmlns:a16="http://schemas.microsoft.com/office/drawing/2014/main" id="{8FB47A76-0EDF-49AB-B8CD-7F05D3FFD641}"/>
              </a:ext>
            </a:extLst>
          </p:cNvPr>
          <p:cNvSpPr/>
          <p:nvPr/>
        </p:nvSpPr>
        <p:spPr>
          <a:xfrm>
            <a:off x="201976" y="221765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6B2C2DF7-603A-48D6-9EB1-42264416A588}"/>
              </a:ext>
            </a:extLst>
          </p:cNvPr>
          <p:cNvSpPr/>
          <p:nvPr/>
        </p:nvSpPr>
        <p:spPr>
          <a:xfrm>
            <a:off x="454708" y="217471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8" name="Oval 97">
            <a:extLst>
              <a:ext uri="{FF2B5EF4-FFF2-40B4-BE49-F238E27FC236}">
                <a16:creationId xmlns:a16="http://schemas.microsoft.com/office/drawing/2014/main" id="{AF035C59-C017-4A15-ADF1-3FF263BEA3E6}"/>
              </a:ext>
            </a:extLst>
          </p:cNvPr>
          <p:cNvSpPr/>
          <p:nvPr/>
        </p:nvSpPr>
        <p:spPr>
          <a:xfrm>
            <a:off x="701043" y="210374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7" name="Oval 96">
            <a:extLst>
              <a:ext uri="{FF2B5EF4-FFF2-40B4-BE49-F238E27FC236}">
                <a16:creationId xmlns:a16="http://schemas.microsoft.com/office/drawing/2014/main" id="{9C323437-7B32-4C4C-9EB6-95CF552693D9}"/>
              </a:ext>
            </a:extLst>
          </p:cNvPr>
          <p:cNvSpPr/>
          <p:nvPr/>
        </p:nvSpPr>
        <p:spPr>
          <a:xfrm>
            <a:off x="937883" y="200564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6" name="Oval 95">
            <a:extLst>
              <a:ext uri="{FF2B5EF4-FFF2-40B4-BE49-F238E27FC236}">
                <a16:creationId xmlns:a16="http://schemas.microsoft.com/office/drawing/2014/main" id="{61056FD3-31A2-49E1-BF20-082F608EEF1C}"/>
              </a:ext>
            </a:extLst>
          </p:cNvPr>
          <p:cNvSpPr/>
          <p:nvPr/>
        </p:nvSpPr>
        <p:spPr>
          <a:xfrm>
            <a:off x="1162250" y="1881637"/>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5" name="Oval 94">
            <a:extLst>
              <a:ext uri="{FF2B5EF4-FFF2-40B4-BE49-F238E27FC236}">
                <a16:creationId xmlns:a16="http://schemas.microsoft.com/office/drawing/2014/main" id="{365B91BD-C24B-48E2-ACF6-93D64C534426}"/>
              </a:ext>
            </a:extLst>
          </p:cNvPr>
          <p:cNvSpPr/>
          <p:nvPr/>
        </p:nvSpPr>
        <p:spPr>
          <a:xfrm>
            <a:off x="1371323" y="173329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4" name="Oval 93">
            <a:extLst>
              <a:ext uri="{FF2B5EF4-FFF2-40B4-BE49-F238E27FC236}">
                <a16:creationId xmlns:a16="http://schemas.microsoft.com/office/drawing/2014/main" id="{92104C3C-5D4E-4910-8984-8DBAB4FDE3C6}"/>
              </a:ext>
            </a:extLst>
          </p:cNvPr>
          <p:cNvSpPr/>
          <p:nvPr/>
        </p:nvSpPr>
        <p:spPr>
          <a:xfrm>
            <a:off x="1562471" y="156247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3" name="Oval 92">
            <a:extLst>
              <a:ext uri="{FF2B5EF4-FFF2-40B4-BE49-F238E27FC236}">
                <a16:creationId xmlns:a16="http://schemas.microsoft.com/office/drawing/2014/main" id="{BC954E57-1725-445C-BEFA-742538C059FA}"/>
              </a:ext>
            </a:extLst>
          </p:cNvPr>
          <p:cNvSpPr/>
          <p:nvPr/>
        </p:nvSpPr>
        <p:spPr>
          <a:xfrm>
            <a:off x="1733292" y="137132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2" name="Oval 91">
            <a:extLst>
              <a:ext uri="{FF2B5EF4-FFF2-40B4-BE49-F238E27FC236}">
                <a16:creationId xmlns:a16="http://schemas.microsoft.com/office/drawing/2014/main" id="{5F246098-5032-47D5-B1D8-7D32CE93B22B}"/>
              </a:ext>
            </a:extLst>
          </p:cNvPr>
          <p:cNvSpPr/>
          <p:nvPr/>
        </p:nvSpPr>
        <p:spPr>
          <a:xfrm>
            <a:off x="1881637" y="116225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1" name="Oval 90">
            <a:extLst>
              <a:ext uri="{FF2B5EF4-FFF2-40B4-BE49-F238E27FC236}">
                <a16:creationId xmlns:a16="http://schemas.microsoft.com/office/drawing/2014/main" id="{A4C50EB3-5019-41AE-8F77-ACED8401F535}"/>
              </a:ext>
            </a:extLst>
          </p:cNvPr>
          <p:cNvSpPr/>
          <p:nvPr/>
        </p:nvSpPr>
        <p:spPr>
          <a:xfrm>
            <a:off x="2005640" y="93788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0" name="Oval 89">
            <a:extLst>
              <a:ext uri="{FF2B5EF4-FFF2-40B4-BE49-F238E27FC236}">
                <a16:creationId xmlns:a16="http://schemas.microsoft.com/office/drawing/2014/main" id="{88DA9342-736D-42B6-B8C8-9AA51FE56477}"/>
              </a:ext>
            </a:extLst>
          </p:cNvPr>
          <p:cNvSpPr/>
          <p:nvPr/>
        </p:nvSpPr>
        <p:spPr>
          <a:xfrm>
            <a:off x="2103742" y="70104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9" name="Oval 88">
            <a:extLst>
              <a:ext uri="{FF2B5EF4-FFF2-40B4-BE49-F238E27FC236}">
                <a16:creationId xmlns:a16="http://schemas.microsoft.com/office/drawing/2014/main" id="{46D225FE-5CD9-43F9-9801-2CD0AEF3E45C}"/>
              </a:ext>
            </a:extLst>
          </p:cNvPr>
          <p:cNvSpPr/>
          <p:nvPr/>
        </p:nvSpPr>
        <p:spPr>
          <a:xfrm>
            <a:off x="2174710" y="454708"/>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8" name="Oval 87">
            <a:extLst>
              <a:ext uri="{FF2B5EF4-FFF2-40B4-BE49-F238E27FC236}">
                <a16:creationId xmlns:a16="http://schemas.microsoft.com/office/drawing/2014/main" id="{F57EBD82-3284-4A1E-B8FA-5FB0788E6B6C}"/>
              </a:ext>
            </a:extLst>
          </p:cNvPr>
          <p:cNvSpPr/>
          <p:nvPr/>
        </p:nvSpPr>
        <p:spPr>
          <a:xfrm>
            <a:off x="2217651" y="201976"/>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7" name="Oval 86">
            <a:extLst>
              <a:ext uri="{FF2B5EF4-FFF2-40B4-BE49-F238E27FC236}">
                <a16:creationId xmlns:a16="http://schemas.microsoft.com/office/drawing/2014/main" id="{D35EC723-1EC8-46DD-9C60-52C2AA5148B7}"/>
              </a:ext>
            </a:extLst>
          </p:cNvPr>
          <p:cNvSpPr/>
          <p:nvPr/>
        </p:nvSpPr>
        <p:spPr>
          <a:xfrm>
            <a:off x="2232025" y="-5397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6" name="Oval 85">
            <a:extLst>
              <a:ext uri="{FF2B5EF4-FFF2-40B4-BE49-F238E27FC236}">
                <a16:creationId xmlns:a16="http://schemas.microsoft.com/office/drawing/2014/main" id="{B6808C2B-21A3-42C2-B793-97ED20ECAF89}"/>
              </a:ext>
            </a:extLst>
          </p:cNvPr>
          <p:cNvSpPr/>
          <p:nvPr/>
        </p:nvSpPr>
        <p:spPr>
          <a:xfrm>
            <a:off x="-44450" y="17970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5" name="Oval 84">
            <a:extLst>
              <a:ext uri="{FF2B5EF4-FFF2-40B4-BE49-F238E27FC236}">
                <a16:creationId xmlns:a16="http://schemas.microsoft.com/office/drawing/2014/main" id="{8BEDD507-C56E-4448-8AC4-91CDF529FD61}"/>
              </a:ext>
            </a:extLst>
          </p:cNvPr>
          <p:cNvSpPr/>
          <p:nvPr/>
        </p:nvSpPr>
        <p:spPr>
          <a:xfrm>
            <a:off x="217623" y="177830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4" name="Oval 83">
            <a:extLst>
              <a:ext uri="{FF2B5EF4-FFF2-40B4-BE49-F238E27FC236}">
                <a16:creationId xmlns:a16="http://schemas.microsoft.com/office/drawing/2014/main" id="{2A584F65-B49F-4F7F-B82C-D7FED0DDB05B}"/>
              </a:ext>
            </a:extLst>
          </p:cNvPr>
          <p:cNvSpPr/>
          <p:nvPr/>
        </p:nvSpPr>
        <p:spPr>
          <a:xfrm>
            <a:off x="474360" y="172245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296674CA-DAF3-4D0C-BCAE-0E6D91B357D7}"/>
              </a:ext>
            </a:extLst>
          </p:cNvPr>
          <p:cNvSpPr/>
          <p:nvPr/>
        </p:nvSpPr>
        <p:spPr>
          <a:xfrm>
            <a:off x="720537" y="16306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2" name="Oval 81">
            <a:extLst>
              <a:ext uri="{FF2B5EF4-FFF2-40B4-BE49-F238E27FC236}">
                <a16:creationId xmlns:a16="http://schemas.microsoft.com/office/drawing/2014/main" id="{23679DC1-016D-4881-81A0-E056F9865EDA}"/>
              </a:ext>
            </a:extLst>
          </p:cNvPr>
          <p:cNvSpPr/>
          <p:nvPr/>
        </p:nvSpPr>
        <p:spPr>
          <a:xfrm>
            <a:off x="951140" y="1504718"/>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265E48DB-BFCB-478F-8BAE-7231E0E88C4E}"/>
              </a:ext>
            </a:extLst>
          </p:cNvPr>
          <p:cNvSpPr/>
          <p:nvPr/>
        </p:nvSpPr>
        <p:spPr>
          <a:xfrm>
            <a:off x="1161476" y="134726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55F92ED4-7AD7-4C49-B7DD-458E8CAFF527}"/>
              </a:ext>
            </a:extLst>
          </p:cNvPr>
          <p:cNvSpPr/>
          <p:nvPr/>
        </p:nvSpPr>
        <p:spPr>
          <a:xfrm>
            <a:off x="1347263" y="116147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9" name="Oval 78">
            <a:extLst>
              <a:ext uri="{FF2B5EF4-FFF2-40B4-BE49-F238E27FC236}">
                <a16:creationId xmlns:a16="http://schemas.microsoft.com/office/drawing/2014/main" id="{C7E4017F-EFC4-4D1C-98B6-7B18BF3CD92A}"/>
              </a:ext>
            </a:extLst>
          </p:cNvPr>
          <p:cNvSpPr/>
          <p:nvPr/>
        </p:nvSpPr>
        <p:spPr>
          <a:xfrm>
            <a:off x="1504718" y="95114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2CE1FAB9-8923-4F9C-8FD9-BBDFD91BA663}"/>
              </a:ext>
            </a:extLst>
          </p:cNvPr>
          <p:cNvSpPr/>
          <p:nvPr/>
        </p:nvSpPr>
        <p:spPr>
          <a:xfrm>
            <a:off x="1630637" y="7205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406C6704-5B91-4669-BAEC-2F30C487A21B}"/>
              </a:ext>
            </a:extLst>
          </p:cNvPr>
          <p:cNvSpPr/>
          <p:nvPr/>
        </p:nvSpPr>
        <p:spPr>
          <a:xfrm>
            <a:off x="1722456" y="47436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4FBAAE8E-D672-4139-BD16-E4B843A6A411}"/>
              </a:ext>
            </a:extLst>
          </p:cNvPr>
          <p:cNvSpPr/>
          <p:nvPr/>
        </p:nvSpPr>
        <p:spPr>
          <a:xfrm>
            <a:off x="1778306" y="21762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5" name="Oval 74">
            <a:extLst>
              <a:ext uri="{FF2B5EF4-FFF2-40B4-BE49-F238E27FC236}">
                <a16:creationId xmlns:a16="http://schemas.microsoft.com/office/drawing/2014/main" id="{C510BA64-5FD6-4814-BA93-B0EB85B9F5F3}"/>
              </a:ext>
            </a:extLst>
          </p:cNvPr>
          <p:cNvSpPr/>
          <p:nvPr/>
        </p:nvSpPr>
        <p:spPr>
          <a:xfrm>
            <a:off x="1797050" y="-444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4" name="Oval 73">
            <a:extLst>
              <a:ext uri="{FF2B5EF4-FFF2-40B4-BE49-F238E27FC236}">
                <a16:creationId xmlns:a16="http://schemas.microsoft.com/office/drawing/2014/main" id="{EAAF7F22-A27F-418C-869A-C74A7529A9CD}"/>
              </a:ext>
            </a:extLst>
          </p:cNvPr>
          <p:cNvSpPr/>
          <p:nvPr/>
        </p:nvSpPr>
        <p:spPr>
          <a:xfrm>
            <a:off x="-34925" y="136207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3" name="Oval 72">
            <a:extLst>
              <a:ext uri="{FF2B5EF4-FFF2-40B4-BE49-F238E27FC236}">
                <a16:creationId xmlns:a16="http://schemas.microsoft.com/office/drawing/2014/main" id="{EC823058-4B65-4C83-80EA-8B9A3B7296FA}"/>
              </a:ext>
            </a:extLst>
          </p:cNvPr>
          <p:cNvSpPr/>
          <p:nvPr/>
        </p:nvSpPr>
        <p:spPr>
          <a:xfrm>
            <a:off x="237616" y="1335232"/>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2" name="Oval 71">
            <a:extLst>
              <a:ext uri="{FF2B5EF4-FFF2-40B4-BE49-F238E27FC236}">
                <a16:creationId xmlns:a16="http://schemas.microsoft.com/office/drawing/2014/main" id="{BFD6C7FB-61C8-4EB6-8C05-9171E8475AFA}"/>
              </a:ext>
            </a:extLst>
          </p:cNvPr>
          <p:cNvSpPr/>
          <p:nvPr/>
        </p:nvSpPr>
        <p:spPr>
          <a:xfrm>
            <a:off x="499684" y="125573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1" name="Oval 70">
            <a:extLst>
              <a:ext uri="{FF2B5EF4-FFF2-40B4-BE49-F238E27FC236}">
                <a16:creationId xmlns:a16="http://schemas.microsoft.com/office/drawing/2014/main" id="{AA191243-2ECD-4CA0-9F6D-D2541A5C59B9}"/>
              </a:ext>
            </a:extLst>
          </p:cNvPr>
          <p:cNvSpPr/>
          <p:nvPr/>
        </p:nvSpPr>
        <p:spPr>
          <a:xfrm>
            <a:off x="741207" y="1126638"/>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E711B1E0-FF5A-433F-8B7C-A08CAC8484E6}"/>
              </a:ext>
            </a:extLst>
          </p:cNvPr>
          <p:cNvSpPr/>
          <p:nvPr/>
        </p:nvSpPr>
        <p:spPr>
          <a:xfrm>
            <a:off x="952903" y="952903"/>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9" name="Oval 68">
            <a:extLst>
              <a:ext uri="{FF2B5EF4-FFF2-40B4-BE49-F238E27FC236}">
                <a16:creationId xmlns:a16="http://schemas.microsoft.com/office/drawing/2014/main" id="{668837CC-9A43-418D-9BD0-0F6AA58D2DCC}"/>
              </a:ext>
            </a:extLst>
          </p:cNvPr>
          <p:cNvSpPr/>
          <p:nvPr/>
        </p:nvSpPr>
        <p:spPr>
          <a:xfrm>
            <a:off x="1126638" y="741207"/>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8" name="Oval 67">
            <a:extLst>
              <a:ext uri="{FF2B5EF4-FFF2-40B4-BE49-F238E27FC236}">
                <a16:creationId xmlns:a16="http://schemas.microsoft.com/office/drawing/2014/main" id="{BE36DAA2-F01F-4BCC-9E5E-B4B0CBB5E0CC}"/>
              </a:ext>
            </a:extLst>
          </p:cNvPr>
          <p:cNvSpPr/>
          <p:nvPr/>
        </p:nvSpPr>
        <p:spPr>
          <a:xfrm>
            <a:off x="1255735" y="499684"/>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02515A0D-CFC2-4180-BD2C-85B3F1261848}"/>
              </a:ext>
            </a:extLst>
          </p:cNvPr>
          <p:cNvSpPr/>
          <p:nvPr/>
        </p:nvSpPr>
        <p:spPr>
          <a:xfrm>
            <a:off x="1335232" y="237616"/>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53701093-39B3-4161-A830-C8E4FF5286DF}"/>
              </a:ext>
            </a:extLst>
          </p:cNvPr>
          <p:cNvSpPr/>
          <p:nvPr/>
        </p:nvSpPr>
        <p:spPr>
          <a:xfrm>
            <a:off x="1362075" y="-3492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BB2D44D0-08C9-4916-8F37-F204919ADF75}"/>
              </a:ext>
            </a:extLst>
          </p:cNvPr>
          <p:cNvSpPr/>
          <p:nvPr/>
        </p:nvSpPr>
        <p:spPr>
          <a:xfrm>
            <a:off x="-25400" y="9271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49968BD7-5C55-4FBA-A983-81F7BE3D5DBD}"/>
              </a:ext>
            </a:extLst>
          </p:cNvPr>
          <p:cNvSpPr/>
          <p:nvPr/>
        </p:nvSpPr>
        <p:spPr>
          <a:xfrm>
            <a:off x="268939" y="880481"/>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724E92C7-5BFA-4C02-9B6B-3CD8B8599C9E}"/>
              </a:ext>
            </a:extLst>
          </p:cNvPr>
          <p:cNvSpPr/>
          <p:nvPr/>
        </p:nvSpPr>
        <p:spPr>
          <a:xfrm>
            <a:off x="534465" y="74518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DF66FEA8-C2DB-49AB-9EC8-F00E1422FB4D}"/>
              </a:ext>
            </a:extLst>
          </p:cNvPr>
          <p:cNvSpPr/>
          <p:nvPr/>
        </p:nvSpPr>
        <p:spPr>
          <a:xfrm>
            <a:off x="745189" y="534465"/>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B2904C5F-13C8-4CB3-9B10-97B70018B03F}"/>
              </a:ext>
            </a:extLst>
          </p:cNvPr>
          <p:cNvSpPr/>
          <p:nvPr/>
        </p:nvSpPr>
        <p:spPr>
          <a:xfrm>
            <a:off x="880481" y="26893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0" name="Oval 59">
            <a:extLst>
              <a:ext uri="{FF2B5EF4-FFF2-40B4-BE49-F238E27FC236}">
                <a16:creationId xmlns:a16="http://schemas.microsoft.com/office/drawing/2014/main" id="{E5894A56-53C5-4306-941A-3637BEF2B0DD}"/>
              </a:ext>
            </a:extLst>
          </p:cNvPr>
          <p:cNvSpPr/>
          <p:nvPr/>
        </p:nvSpPr>
        <p:spPr>
          <a:xfrm>
            <a:off x="927100" y="-254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60663FA2-2EA9-4896-81F2-7E6191F63774}"/>
              </a:ext>
            </a:extLst>
          </p:cNvPr>
          <p:cNvSpPr/>
          <p:nvPr/>
        </p:nvSpPr>
        <p:spPr>
          <a:xfrm>
            <a:off x="-15875" y="49212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8" name="Oval 57">
            <a:extLst>
              <a:ext uri="{FF2B5EF4-FFF2-40B4-BE49-F238E27FC236}">
                <a16:creationId xmlns:a16="http://schemas.microsoft.com/office/drawing/2014/main" id="{07E84735-3D81-4940-A702-5270A9EA63C5}"/>
              </a:ext>
            </a:extLst>
          </p:cNvPr>
          <p:cNvSpPr/>
          <p:nvPr/>
        </p:nvSpPr>
        <p:spPr>
          <a:xfrm>
            <a:off x="343335" y="34333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7" name="Oval 56">
            <a:extLst>
              <a:ext uri="{FF2B5EF4-FFF2-40B4-BE49-F238E27FC236}">
                <a16:creationId xmlns:a16="http://schemas.microsoft.com/office/drawing/2014/main" id="{E0E20341-0B79-4377-8698-BD4C8554135E}"/>
              </a:ext>
            </a:extLst>
          </p:cNvPr>
          <p:cNvSpPr/>
          <p:nvPr/>
        </p:nvSpPr>
        <p:spPr>
          <a:xfrm>
            <a:off x="492125" y="-1587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8A5D7FCA-AD99-475F-B2FD-B45592EEAB4E}"/>
              </a:ext>
            </a:extLst>
          </p:cNvPr>
          <p:cNvSpPr/>
          <p:nvPr/>
        </p:nvSpPr>
        <p:spPr>
          <a:xfrm>
            <a:off x="12138025" y="4518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5" name="Oval 54">
            <a:extLst>
              <a:ext uri="{FF2B5EF4-FFF2-40B4-BE49-F238E27FC236}">
                <a16:creationId xmlns:a16="http://schemas.microsoft.com/office/drawing/2014/main" id="{18DF939A-852A-4644-92E8-AF256EE6668B}"/>
              </a:ext>
            </a:extLst>
          </p:cNvPr>
          <p:cNvSpPr/>
          <p:nvPr/>
        </p:nvSpPr>
        <p:spPr>
          <a:xfrm>
            <a:off x="11882074" y="453239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4" name="Oval 53">
            <a:extLst>
              <a:ext uri="{FF2B5EF4-FFF2-40B4-BE49-F238E27FC236}">
                <a16:creationId xmlns:a16="http://schemas.microsoft.com/office/drawing/2014/main" id="{298FD4E2-C8A9-4140-9638-57C929A7BD08}"/>
              </a:ext>
            </a:extLst>
          </p:cNvPr>
          <p:cNvSpPr/>
          <p:nvPr/>
        </p:nvSpPr>
        <p:spPr>
          <a:xfrm>
            <a:off x="11629342" y="457534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92E14F56-6B2B-4E80-B776-98872888E5AA}"/>
              </a:ext>
            </a:extLst>
          </p:cNvPr>
          <p:cNvSpPr/>
          <p:nvPr/>
        </p:nvSpPr>
        <p:spPr>
          <a:xfrm>
            <a:off x="11383007" y="464630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D1E302A7-428D-469A-8C41-DC8567A8DFD2}"/>
              </a:ext>
            </a:extLst>
          </p:cNvPr>
          <p:cNvSpPr/>
          <p:nvPr/>
        </p:nvSpPr>
        <p:spPr>
          <a:xfrm>
            <a:off x="11146167" y="474441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B8D7611E-FFD4-4324-B10F-DF8C41A57F58}"/>
              </a:ext>
            </a:extLst>
          </p:cNvPr>
          <p:cNvSpPr/>
          <p:nvPr/>
        </p:nvSpPr>
        <p:spPr>
          <a:xfrm>
            <a:off x="10921800" y="4868413"/>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54FA95B8-21EC-4CFB-84F8-89F9CC593EE0}"/>
              </a:ext>
            </a:extLst>
          </p:cNvPr>
          <p:cNvSpPr/>
          <p:nvPr/>
        </p:nvSpPr>
        <p:spPr>
          <a:xfrm>
            <a:off x="10712728" y="501675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C5408516-F951-45E4-AFEB-4F3BE4013949}"/>
              </a:ext>
            </a:extLst>
          </p:cNvPr>
          <p:cNvSpPr/>
          <p:nvPr/>
        </p:nvSpPr>
        <p:spPr>
          <a:xfrm>
            <a:off x="10521579" y="518757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4EED93AD-89BD-4502-B355-3326990622C0}"/>
              </a:ext>
            </a:extLst>
          </p:cNvPr>
          <p:cNvSpPr/>
          <p:nvPr/>
        </p:nvSpPr>
        <p:spPr>
          <a:xfrm>
            <a:off x="10350758" y="537872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AEE007E2-7216-4DAC-81A8-51197A395D9C}"/>
              </a:ext>
            </a:extLst>
          </p:cNvPr>
          <p:cNvSpPr/>
          <p:nvPr/>
        </p:nvSpPr>
        <p:spPr>
          <a:xfrm>
            <a:off x="10202414" y="558780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CC6AAE3D-89E2-4149-9B0D-CB9A0FBECB86}"/>
              </a:ext>
            </a:extLst>
          </p:cNvPr>
          <p:cNvSpPr/>
          <p:nvPr/>
        </p:nvSpPr>
        <p:spPr>
          <a:xfrm>
            <a:off x="10078410" y="581216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8372E749-10E0-40DE-B417-2E2677BBB685}"/>
              </a:ext>
            </a:extLst>
          </p:cNvPr>
          <p:cNvSpPr/>
          <p:nvPr/>
        </p:nvSpPr>
        <p:spPr>
          <a:xfrm>
            <a:off x="9980308" y="604900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82262936-1DB6-4A7B-8E07-DDD8424216FE}"/>
              </a:ext>
            </a:extLst>
          </p:cNvPr>
          <p:cNvSpPr/>
          <p:nvPr/>
        </p:nvSpPr>
        <p:spPr>
          <a:xfrm>
            <a:off x="9909340" y="6295342"/>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53F6E8FD-3E8E-4EAA-A057-CCB9E858E655}"/>
              </a:ext>
            </a:extLst>
          </p:cNvPr>
          <p:cNvSpPr/>
          <p:nvPr/>
        </p:nvSpPr>
        <p:spPr>
          <a:xfrm>
            <a:off x="9866399" y="6548074"/>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122A16B7-C2CB-4ED8-AF98-698F122D52AB}"/>
              </a:ext>
            </a:extLst>
          </p:cNvPr>
          <p:cNvSpPr/>
          <p:nvPr/>
        </p:nvSpPr>
        <p:spPr>
          <a:xfrm>
            <a:off x="9852025" y="6804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673D693A-EB3F-477E-8BFD-C069767A86D6}"/>
              </a:ext>
            </a:extLst>
          </p:cNvPr>
          <p:cNvSpPr/>
          <p:nvPr/>
        </p:nvSpPr>
        <p:spPr>
          <a:xfrm>
            <a:off x="12147550" y="49720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7DA2C195-2109-48A1-984B-3C3ADDA97CFF}"/>
              </a:ext>
            </a:extLst>
          </p:cNvPr>
          <p:cNvSpPr/>
          <p:nvPr/>
        </p:nvSpPr>
        <p:spPr>
          <a:xfrm>
            <a:off x="11885477" y="499079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7606ED26-FBDD-4BAD-8175-5B7BAEB58079}"/>
              </a:ext>
            </a:extLst>
          </p:cNvPr>
          <p:cNvSpPr/>
          <p:nvPr/>
        </p:nvSpPr>
        <p:spPr>
          <a:xfrm>
            <a:off x="11628740" y="504664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12B43754-DCF4-49D1-AF32-55B2DE496FC0}"/>
              </a:ext>
            </a:extLst>
          </p:cNvPr>
          <p:cNvSpPr/>
          <p:nvPr/>
        </p:nvSpPr>
        <p:spPr>
          <a:xfrm>
            <a:off x="11382563" y="51384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26F5421E-4954-40DD-BBAD-BA188942EE81}"/>
              </a:ext>
            </a:extLst>
          </p:cNvPr>
          <p:cNvSpPr/>
          <p:nvPr/>
        </p:nvSpPr>
        <p:spPr>
          <a:xfrm>
            <a:off x="11151960" y="5264382"/>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A015F7A0-880A-4CE8-A5D1-4EE09C3AEA03}"/>
              </a:ext>
            </a:extLst>
          </p:cNvPr>
          <p:cNvSpPr/>
          <p:nvPr/>
        </p:nvSpPr>
        <p:spPr>
          <a:xfrm>
            <a:off x="10941624" y="542183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FEDDC44F-4A1D-4B04-920C-01D075FD84E9}"/>
              </a:ext>
            </a:extLst>
          </p:cNvPr>
          <p:cNvSpPr/>
          <p:nvPr/>
        </p:nvSpPr>
        <p:spPr>
          <a:xfrm>
            <a:off x="10755837" y="560762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1C129611-91A3-4354-8DA1-E802D05F84F2}"/>
              </a:ext>
            </a:extLst>
          </p:cNvPr>
          <p:cNvSpPr/>
          <p:nvPr/>
        </p:nvSpPr>
        <p:spPr>
          <a:xfrm>
            <a:off x="10598382" y="581796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C7E2930E-5F89-4754-9997-ABEB200E55DD}"/>
              </a:ext>
            </a:extLst>
          </p:cNvPr>
          <p:cNvSpPr/>
          <p:nvPr/>
        </p:nvSpPr>
        <p:spPr>
          <a:xfrm>
            <a:off x="10472462" y="60485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45536580-5EFC-4BF8-8E4B-413578091625}"/>
              </a:ext>
            </a:extLst>
          </p:cNvPr>
          <p:cNvSpPr/>
          <p:nvPr/>
        </p:nvSpPr>
        <p:spPr>
          <a:xfrm>
            <a:off x="10380644" y="6294739"/>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C1199766-E43C-41D5-862C-0BC492B26908}"/>
              </a:ext>
            </a:extLst>
          </p:cNvPr>
          <p:cNvSpPr/>
          <p:nvPr/>
        </p:nvSpPr>
        <p:spPr>
          <a:xfrm>
            <a:off x="10324794" y="655147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B69B9B12-ED64-4F6D-BFDA-4CBCD08D1EBB}"/>
              </a:ext>
            </a:extLst>
          </p:cNvPr>
          <p:cNvSpPr/>
          <p:nvPr/>
        </p:nvSpPr>
        <p:spPr>
          <a:xfrm>
            <a:off x="10306050" y="68135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BD102561-BDA0-4F73-803B-69BF23C4A465}"/>
              </a:ext>
            </a:extLst>
          </p:cNvPr>
          <p:cNvSpPr/>
          <p:nvPr/>
        </p:nvSpPr>
        <p:spPr>
          <a:xfrm>
            <a:off x="12157075" y="5426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778149E0-053B-462C-B72C-B9A7364DA874}"/>
              </a:ext>
            </a:extLst>
          </p:cNvPr>
          <p:cNvSpPr/>
          <p:nvPr/>
        </p:nvSpPr>
        <p:spPr>
          <a:xfrm>
            <a:off x="11884533" y="5452918"/>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A2F26706-C13F-4EC4-AE3C-1EBCC40C36FE}"/>
              </a:ext>
            </a:extLst>
          </p:cNvPr>
          <p:cNvSpPr/>
          <p:nvPr/>
        </p:nvSpPr>
        <p:spPr>
          <a:xfrm>
            <a:off x="11622467" y="553241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42F594B3-2E52-4837-9E9F-8C608B8273E3}"/>
              </a:ext>
            </a:extLst>
          </p:cNvPr>
          <p:cNvSpPr/>
          <p:nvPr/>
        </p:nvSpPr>
        <p:spPr>
          <a:xfrm>
            <a:off x="11380943" y="5661512"/>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37EFF980-F26A-4535-81C0-D0A2CC1788DB}"/>
              </a:ext>
            </a:extLst>
          </p:cNvPr>
          <p:cNvSpPr/>
          <p:nvPr/>
        </p:nvSpPr>
        <p:spPr>
          <a:xfrm>
            <a:off x="11169247" y="5835247"/>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76C89F5E-584C-49EE-8569-52D61EADF0BA}"/>
              </a:ext>
            </a:extLst>
          </p:cNvPr>
          <p:cNvSpPr/>
          <p:nvPr/>
        </p:nvSpPr>
        <p:spPr>
          <a:xfrm>
            <a:off x="10995512" y="604694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ADB4827F-F5A9-447A-95E8-9960A5EA234B}"/>
              </a:ext>
            </a:extLst>
          </p:cNvPr>
          <p:cNvSpPr/>
          <p:nvPr/>
        </p:nvSpPr>
        <p:spPr>
          <a:xfrm>
            <a:off x="10866415" y="6288466"/>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4B131672-1F16-4B10-BFF8-730C32A4BD1D}"/>
              </a:ext>
            </a:extLst>
          </p:cNvPr>
          <p:cNvSpPr/>
          <p:nvPr/>
        </p:nvSpPr>
        <p:spPr>
          <a:xfrm>
            <a:off x="10786918" y="655053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F6609E5E-DDF1-4165-9A4F-FB65C2AE6097}"/>
              </a:ext>
            </a:extLst>
          </p:cNvPr>
          <p:cNvSpPr/>
          <p:nvPr/>
        </p:nvSpPr>
        <p:spPr>
          <a:xfrm>
            <a:off x="10760075" y="6823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321E5B4D-F066-419D-972B-22D5FCA8F681}"/>
              </a:ext>
            </a:extLst>
          </p:cNvPr>
          <p:cNvSpPr/>
          <p:nvPr/>
        </p:nvSpPr>
        <p:spPr>
          <a:xfrm>
            <a:off x="12166600" y="58801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D353C420-6FFC-4713-876E-A57E5EFFA530}"/>
              </a:ext>
            </a:extLst>
          </p:cNvPr>
          <p:cNvSpPr/>
          <p:nvPr/>
        </p:nvSpPr>
        <p:spPr>
          <a:xfrm>
            <a:off x="11872261" y="5926719"/>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EFA35AE2-D91E-4267-A067-5BEEBC8A5484}"/>
              </a:ext>
            </a:extLst>
          </p:cNvPr>
          <p:cNvSpPr/>
          <p:nvPr/>
        </p:nvSpPr>
        <p:spPr>
          <a:xfrm>
            <a:off x="11606734" y="606201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2DD2A474-AA8A-48A2-8C89-C84A351D0CCB}"/>
              </a:ext>
            </a:extLst>
          </p:cNvPr>
          <p:cNvSpPr/>
          <p:nvPr/>
        </p:nvSpPr>
        <p:spPr>
          <a:xfrm>
            <a:off x="11396011" y="6272735"/>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DDFB516B-D2ED-4367-9680-B7129DE8AE94}"/>
              </a:ext>
            </a:extLst>
          </p:cNvPr>
          <p:cNvSpPr/>
          <p:nvPr/>
        </p:nvSpPr>
        <p:spPr>
          <a:xfrm>
            <a:off x="11260719" y="653826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5CCA020D-186E-4AAC-BD59-EE4292D333EC}"/>
              </a:ext>
            </a:extLst>
          </p:cNvPr>
          <p:cNvSpPr/>
          <p:nvPr/>
        </p:nvSpPr>
        <p:spPr>
          <a:xfrm>
            <a:off x="11214100" y="68326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D125097A-7AAC-4146-ABC7-3C65F0DC4E9F}"/>
              </a:ext>
            </a:extLst>
          </p:cNvPr>
          <p:cNvSpPr/>
          <p:nvPr/>
        </p:nvSpPr>
        <p:spPr>
          <a:xfrm>
            <a:off x="12176125" y="6334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01356963-A6A7-4997-98F5-B2FDF4E5F59F}"/>
              </a:ext>
            </a:extLst>
          </p:cNvPr>
          <p:cNvSpPr/>
          <p:nvPr/>
        </p:nvSpPr>
        <p:spPr>
          <a:xfrm>
            <a:off x="11816914" y="6482915"/>
            <a:ext cx="31750" cy="31749"/>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DE2B2227-EE2B-4B22-B6BC-7203BB323436}"/>
              </a:ext>
            </a:extLst>
          </p:cNvPr>
          <p:cNvSpPr/>
          <p:nvPr/>
        </p:nvSpPr>
        <p:spPr>
          <a:xfrm>
            <a:off x="11668125" y="6842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TextBox 1"/>
          <p:cNvSpPr txBox="1"/>
          <p:nvPr/>
        </p:nvSpPr>
        <p:spPr>
          <a:xfrm>
            <a:off x="731520" y="457200"/>
            <a:ext cx="10698480" cy="731520"/>
          </a:xfrm>
          <a:prstGeom prst="rect">
            <a:avLst/>
          </a:prstGeom>
          <a:noFill/>
        </p:spPr>
        <p:txBody>
          <a:bodyPr wrap="square" lIns="45720" rIns="45720">
            <a:spAutoFit/>
          </a:bodyPr>
          <a:lstStyle/>
          <a:p>
            <a:pPr algn="l">
              <a:spcAft>
                <a:spcPts val="200"/>
              </a:spcAft>
            </a:pPr>
            <a:r>
              <a:rPr sz="1200" b="1" i="0">
                <a:solidFill>
                  <a:srgbClr val="00A5A3"/>
                </a:solidFill>
                <a:latin typeface="Manrope"/>
              </a:rPr>
              <a:t>01. WHO WE ARE</a:t>
            </a:r>
          </a:p>
          <a:p>
            <a:pPr algn="l"/>
            <a:r>
              <a:rPr sz="2200" b="1" i="0">
                <a:solidFill>
                  <a:srgbClr val="004B4E"/>
                </a:solidFill>
                <a:latin typeface="Manrope"/>
              </a:rPr>
              <a:t>Your Partner for Accelerating Business Growth</a:t>
            </a:r>
          </a:p>
        </p:txBody>
      </p:sp>
      <p:sp>
        <p:nvSpPr>
          <p:cNvPr id="3" name="Rectangle 2"/>
          <p:cNvSpPr/>
          <p:nvPr/>
        </p:nvSpPr>
        <p:spPr>
          <a:xfrm>
            <a:off x="731520" y="1463040"/>
            <a:ext cx="3657600" cy="4754880"/>
          </a:xfrm>
          <a:prstGeom prst="rect">
            <a:avLst/>
          </a:prstGeom>
          <a:solidFill>
            <a:srgbClr val="004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828800"/>
            <a:ext cx="2926080" cy="4023360"/>
          </a:xfrm>
          <a:prstGeom prst="rect">
            <a:avLst/>
          </a:prstGeom>
          <a:noFill/>
        </p:spPr>
        <p:txBody>
          <a:bodyPr wrap="square" lIns="45720" rIns="45720">
            <a:spAutoFit/>
          </a:bodyPr>
          <a:lstStyle/>
          <a:p>
            <a:pPr algn="l"/>
            <a:r>
              <a:rPr sz="1600" b="1" i="0">
                <a:solidFill>
                  <a:srgbClr val="E6FFA6"/>
                </a:solidFill>
                <a:latin typeface="Manrope"/>
              </a:rPr>
              <a:t>OUR VISION
</a:t>
            </a:r>
          </a:p>
          <a:p>
            <a:pPr algn="l">
              <a:lnSpc>
                <a:spcPct val="130000"/>
              </a:lnSpc>
            </a:pPr>
            <a:r>
              <a:rPr sz="1400" b="0" i="0">
                <a:solidFill>
                  <a:srgbClr val="FFFFFF"/>
                </a:solidFill>
                <a:latin typeface="Manrope"/>
              </a:rPr>
              <a:t>To be the ultimate global catalyst for emerging technologies and inclusive business leadership.
</a:t>
            </a:r>
          </a:p>
          <a:p>
            <a:pPr algn="l">
              <a:lnSpc>
                <a:spcPct val="130000"/>
              </a:lnSpc>
            </a:pPr>
            <a:r>
              <a:rPr sz="1400" b="0" i="0">
                <a:solidFill>
                  <a:srgbClr val="FFFFFF"/>
                </a:solidFill>
                <a:latin typeface="Manrope"/>
              </a:rPr>
              <a:t>We bridge capital, policy, and innovation to build the sustainable digital economy of tomorrow.</a:t>
            </a:r>
          </a:p>
        </p:txBody>
      </p:sp>
      <p:sp>
        <p:nvSpPr>
          <p:cNvPr id="5" name="TextBox 4"/>
          <p:cNvSpPr txBox="1"/>
          <p:nvPr/>
        </p:nvSpPr>
        <p:spPr>
          <a:xfrm>
            <a:off x="4754880" y="1463040"/>
            <a:ext cx="6675120" cy="1280160"/>
          </a:xfrm>
          <a:prstGeom prst="rect">
            <a:avLst/>
          </a:prstGeom>
          <a:noFill/>
        </p:spPr>
        <p:txBody>
          <a:bodyPr wrap="square" lIns="45720" rIns="45720">
            <a:spAutoFit/>
          </a:bodyPr>
          <a:lstStyle/>
          <a:p>
            <a:pPr algn="l">
              <a:lnSpc>
                <a:spcPct val="130000"/>
              </a:lnSpc>
            </a:pPr>
            <a:r>
              <a:rPr sz="1500" b="1" i="0">
                <a:solidFill>
                  <a:srgbClr val="3C3C3C"/>
                </a:solidFill>
                <a:latin typeface="Manrope"/>
              </a:rPr>
              <a:t>Trescon is a pioneering force in the global business events and services sector. We facilitate key strategic connections that accelerate the adoption of emerging tech and promote international business expansion.</a:t>
            </a:r>
          </a:p>
        </p:txBody>
      </p:sp>
      <p:sp>
        <p:nvSpPr>
          <p:cNvPr id="6" name="Rectangle 5"/>
          <p:cNvSpPr/>
          <p:nvPr/>
        </p:nvSpPr>
        <p:spPr>
          <a:xfrm>
            <a:off x="4754880" y="2926080"/>
            <a:ext cx="2103120" cy="329184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937760" y="3108960"/>
            <a:ext cx="1737360" cy="2926080"/>
          </a:xfrm>
          <a:prstGeom prst="rect">
            <a:avLst/>
          </a:prstGeom>
          <a:noFill/>
        </p:spPr>
        <p:txBody>
          <a:bodyPr wrap="square" lIns="45720" rIns="45720">
            <a:spAutoFit/>
          </a:bodyPr>
          <a:lstStyle/>
          <a:p>
            <a:pPr algn="l"/>
            <a:r>
              <a:rPr sz="1300" b="1" i="0">
                <a:solidFill>
                  <a:srgbClr val="004B4E"/>
                </a:solidFill>
                <a:latin typeface="Manrope"/>
              </a:rPr>
              <a:t>Global Presence
</a:t>
            </a:r>
          </a:p>
          <a:p>
            <a:pPr algn="l">
              <a:lnSpc>
                <a:spcPct val="125000"/>
              </a:lnSpc>
            </a:pPr>
            <a:r>
              <a:rPr sz="1050" b="0" i="0">
                <a:solidFill>
                  <a:srgbClr val="3C3C3C"/>
                </a:solidFill>
                <a:latin typeface="Manrope"/>
              </a:rPr>
              <a:t>Headquartered in Dubai, with a powerful footprint in Bengaluru, Doha, Mauritius, Mangalore, and Manipal to connect local ecosystems globally.</a:t>
            </a:r>
          </a:p>
        </p:txBody>
      </p:sp>
      <p:sp>
        <p:nvSpPr>
          <p:cNvPr id="8" name="Rectangle 7"/>
          <p:cNvSpPr/>
          <p:nvPr/>
        </p:nvSpPr>
        <p:spPr>
          <a:xfrm>
            <a:off x="7040880" y="2926080"/>
            <a:ext cx="2103120" cy="329184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23760" y="3108960"/>
            <a:ext cx="1737360" cy="2926080"/>
          </a:xfrm>
          <a:prstGeom prst="rect">
            <a:avLst/>
          </a:prstGeom>
          <a:noFill/>
        </p:spPr>
        <p:txBody>
          <a:bodyPr wrap="square" lIns="45720" rIns="45720">
            <a:spAutoFit/>
          </a:bodyPr>
          <a:lstStyle/>
          <a:p>
            <a:pPr algn="l"/>
            <a:r>
              <a:rPr sz="1300" b="1" i="0">
                <a:solidFill>
                  <a:srgbClr val="004B4E"/>
                </a:solidFill>
                <a:latin typeface="Manrope"/>
              </a:rPr>
              <a:t>Proven Scale
</a:t>
            </a:r>
          </a:p>
          <a:p>
            <a:pPr algn="l">
              <a:lnSpc>
                <a:spcPct val="125000"/>
              </a:lnSpc>
            </a:pPr>
            <a:r>
              <a:rPr sz="1050" b="0" i="0">
                <a:solidFill>
                  <a:srgbClr val="3C3C3C"/>
                </a:solidFill>
                <a:latin typeface="Manrope"/>
              </a:rPr>
              <a:t>Hosting over 250,000+ delegates, 3,000+ speakers, and 3,500+ tech investors across more than 500+ executed events since 2016.</a:t>
            </a:r>
          </a:p>
        </p:txBody>
      </p:sp>
      <p:sp>
        <p:nvSpPr>
          <p:cNvPr id="10" name="Rectangle 9"/>
          <p:cNvSpPr/>
          <p:nvPr/>
        </p:nvSpPr>
        <p:spPr>
          <a:xfrm>
            <a:off x="9326880" y="2926080"/>
            <a:ext cx="2103120" cy="329184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509760" y="3108960"/>
            <a:ext cx="1737360" cy="2926080"/>
          </a:xfrm>
          <a:prstGeom prst="rect">
            <a:avLst/>
          </a:prstGeom>
          <a:noFill/>
        </p:spPr>
        <p:txBody>
          <a:bodyPr wrap="square" lIns="45720" rIns="45720">
            <a:spAutoFit/>
          </a:bodyPr>
          <a:lstStyle/>
          <a:p>
            <a:pPr algn="l"/>
            <a:r>
              <a:rPr sz="1300" b="1" i="0">
                <a:solidFill>
                  <a:srgbClr val="004B4E"/>
                </a:solidFill>
                <a:latin typeface="Manrope"/>
              </a:rPr>
              <a:t>The Ecosystem
</a:t>
            </a:r>
          </a:p>
          <a:p>
            <a:pPr algn="l">
              <a:lnSpc>
                <a:spcPct val="125000"/>
              </a:lnSpc>
            </a:pPr>
            <a:r>
              <a:rPr sz="1050" b="0" i="0">
                <a:solidFill>
                  <a:srgbClr val="3C3C3C"/>
                </a:solidFill>
                <a:latin typeface="Manrope"/>
              </a:rPr>
              <a:t>A curated trust network uniting 10,000+ private enterprises, 50+ government entities, policy-makers, start-ups, and media partners.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4B4E"/>
        </a:solidFill>
        <a:effectLst/>
      </p:bgPr>
    </p:bg>
    <p:spTree>
      <p:nvGrpSpPr>
        <p:cNvPr id="1" name=""/>
        <p:cNvGrpSpPr/>
        <p:nvPr/>
      </p:nvGrpSpPr>
      <p:grpSpPr>
        <a:xfrm>
          <a:off x="0" y="0"/>
          <a:ext cx="0" cy="0"/>
          <a:chOff x="0" y="0"/>
          <a:chExt cx="0" cy="0"/>
        </a:xfrm>
      </p:grpSpPr>
      <p:sp>
        <p:nvSpPr>
          <p:cNvPr id="110" name="Oval 109">
            <a:extLst>
              <a:ext uri="{FF2B5EF4-FFF2-40B4-BE49-F238E27FC236}">
                <a16:creationId xmlns:a16="http://schemas.microsoft.com/office/drawing/2014/main" id="{C410A360-BAA6-4B09-B427-2039F729D92A}"/>
              </a:ext>
            </a:extLst>
          </p:cNvPr>
          <p:cNvSpPr/>
          <p:nvPr/>
        </p:nvSpPr>
        <p:spPr>
          <a:xfrm>
            <a:off x="-53975" y="223202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9" name="Oval 108">
            <a:extLst>
              <a:ext uri="{FF2B5EF4-FFF2-40B4-BE49-F238E27FC236}">
                <a16:creationId xmlns:a16="http://schemas.microsoft.com/office/drawing/2014/main" id="{4204E99B-4C80-40EC-8C91-DBCF95E53EE6}"/>
              </a:ext>
            </a:extLst>
          </p:cNvPr>
          <p:cNvSpPr/>
          <p:nvPr/>
        </p:nvSpPr>
        <p:spPr>
          <a:xfrm>
            <a:off x="201976" y="221765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8" name="Oval 107">
            <a:extLst>
              <a:ext uri="{FF2B5EF4-FFF2-40B4-BE49-F238E27FC236}">
                <a16:creationId xmlns:a16="http://schemas.microsoft.com/office/drawing/2014/main" id="{0AE88149-E32A-45F8-9505-EECC367BBA62}"/>
              </a:ext>
            </a:extLst>
          </p:cNvPr>
          <p:cNvSpPr/>
          <p:nvPr/>
        </p:nvSpPr>
        <p:spPr>
          <a:xfrm>
            <a:off x="454708" y="217471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7" name="Oval 106">
            <a:extLst>
              <a:ext uri="{FF2B5EF4-FFF2-40B4-BE49-F238E27FC236}">
                <a16:creationId xmlns:a16="http://schemas.microsoft.com/office/drawing/2014/main" id="{7AFC6772-77EE-4F81-B3B0-40DFC3817311}"/>
              </a:ext>
            </a:extLst>
          </p:cNvPr>
          <p:cNvSpPr/>
          <p:nvPr/>
        </p:nvSpPr>
        <p:spPr>
          <a:xfrm>
            <a:off x="701043" y="210374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6" name="Oval 105">
            <a:extLst>
              <a:ext uri="{FF2B5EF4-FFF2-40B4-BE49-F238E27FC236}">
                <a16:creationId xmlns:a16="http://schemas.microsoft.com/office/drawing/2014/main" id="{9F83A719-1DE7-4432-A7D2-79B29A434CA9}"/>
              </a:ext>
            </a:extLst>
          </p:cNvPr>
          <p:cNvSpPr/>
          <p:nvPr/>
        </p:nvSpPr>
        <p:spPr>
          <a:xfrm>
            <a:off x="937883" y="200564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5" name="Oval 104">
            <a:extLst>
              <a:ext uri="{FF2B5EF4-FFF2-40B4-BE49-F238E27FC236}">
                <a16:creationId xmlns:a16="http://schemas.microsoft.com/office/drawing/2014/main" id="{2EC4E36E-95A8-4120-ABE3-614BAA2FF4F1}"/>
              </a:ext>
            </a:extLst>
          </p:cNvPr>
          <p:cNvSpPr/>
          <p:nvPr/>
        </p:nvSpPr>
        <p:spPr>
          <a:xfrm>
            <a:off x="1162250" y="1881637"/>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4" name="Oval 103">
            <a:extLst>
              <a:ext uri="{FF2B5EF4-FFF2-40B4-BE49-F238E27FC236}">
                <a16:creationId xmlns:a16="http://schemas.microsoft.com/office/drawing/2014/main" id="{E0F90881-2116-4DB2-B92E-E63A2A3AC9ED}"/>
              </a:ext>
            </a:extLst>
          </p:cNvPr>
          <p:cNvSpPr/>
          <p:nvPr/>
        </p:nvSpPr>
        <p:spPr>
          <a:xfrm>
            <a:off x="1371323" y="173329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3" name="Oval 102">
            <a:extLst>
              <a:ext uri="{FF2B5EF4-FFF2-40B4-BE49-F238E27FC236}">
                <a16:creationId xmlns:a16="http://schemas.microsoft.com/office/drawing/2014/main" id="{9CED6AC3-5A39-4FC9-A050-F6BA2DB416B3}"/>
              </a:ext>
            </a:extLst>
          </p:cNvPr>
          <p:cNvSpPr/>
          <p:nvPr/>
        </p:nvSpPr>
        <p:spPr>
          <a:xfrm>
            <a:off x="1562471" y="156247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2" name="Oval 101">
            <a:extLst>
              <a:ext uri="{FF2B5EF4-FFF2-40B4-BE49-F238E27FC236}">
                <a16:creationId xmlns:a16="http://schemas.microsoft.com/office/drawing/2014/main" id="{067FC555-B496-4031-B5E7-00BFA857E35C}"/>
              </a:ext>
            </a:extLst>
          </p:cNvPr>
          <p:cNvSpPr/>
          <p:nvPr/>
        </p:nvSpPr>
        <p:spPr>
          <a:xfrm>
            <a:off x="1733292" y="137132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1" name="Oval 100">
            <a:extLst>
              <a:ext uri="{FF2B5EF4-FFF2-40B4-BE49-F238E27FC236}">
                <a16:creationId xmlns:a16="http://schemas.microsoft.com/office/drawing/2014/main" id="{2AB0787E-32C0-488D-BE63-39CFDBEB693F}"/>
              </a:ext>
            </a:extLst>
          </p:cNvPr>
          <p:cNvSpPr/>
          <p:nvPr/>
        </p:nvSpPr>
        <p:spPr>
          <a:xfrm>
            <a:off x="1881637" y="116225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0" name="Oval 99">
            <a:extLst>
              <a:ext uri="{FF2B5EF4-FFF2-40B4-BE49-F238E27FC236}">
                <a16:creationId xmlns:a16="http://schemas.microsoft.com/office/drawing/2014/main" id="{281CD9DA-F2B9-4CC0-957F-C85DE07ADCD7}"/>
              </a:ext>
            </a:extLst>
          </p:cNvPr>
          <p:cNvSpPr/>
          <p:nvPr/>
        </p:nvSpPr>
        <p:spPr>
          <a:xfrm>
            <a:off x="2005640" y="93788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AA735C5B-AE0F-4033-84E9-760156D1AE73}"/>
              </a:ext>
            </a:extLst>
          </p:cNvPr>
          <p:cNvSpPr/>
          <p:nvPr/>
        </p:nvSpPr>
        <p:spPr>
          <a:xfrm>
            <a:off x="2103742" y="70104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8" name="Oval 97">
            <a:extLst>
              <a:ext uri="{FF2B5EF4-FFF2-40B4-BE49-F238E27FC236}">
                <a16:creationId xmlns:a16="http://schemas.microsoft.com/office/drawing/2014/main" id="{E3CA856C-931E-4349-9DA3-33DA796F6369}"/>
              </a:ext>
            </a:extLst>
          </p:cNvPr>
          <p:cNvSpPr/>
          <p:nvPr/>
        </p:nvSpPr>
        <p:spPr>
          <a:xfrm>
            <a:off x="2174710" y="454708"/>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7" name="Oval 96">
            <a:extLst>
              <a:ext uri="{FF2B5EF4-FFF2-40B4-BE49-F238E27FC236}">
                <a16:creationId xmlns:a16="http://schemas.microsoft.com/office/drawing/2014/main" id="{BF2F7E9F-B8E9-40CB-8168-C82D67BE5207}"/>
              </a:ext>
            </a:extLst>
          </p:cNvPr>
          <p:cNvSpPr/>
          <p:nvPr/>
        </p:nvSpPr>
        <p:spPr>
          <a:xfrm>
            <a:off x="2217651" y="201976"/>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6" name="Oval 95">
            <a:extLst>
              <a:ext uri="{FF2B5EF4-FFF2-40B4-BE49-F238E27FC236}">
                <a16:creationId xmlns:a16="http://schemas.microsoft.com/office/drawing/2014/main" id="{2C25005E-F72B-4156-B5E4-D2F07B7A135D}"/>
              </a:ext>
            </a:extLst>
          </p:cNvPr>
          <p:cNvSpPr/>
          <p:nvPr/>
        </p:nvSpPr>
        <p:spPr>
          <a:xfrm>
            <a:off x="2232025" y="-5397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5" name="Oval 94">
            <a:extLst>
              <a:ext uri="{FF2B5EF4-FFF2-40B4-BE49-F238E27FC236}">
                <a16:creationId xmlns:a16="http://schemas.microsoft.com/office/drawing/2014/main" id="{D266041E-BEA6-4618-AC88-87C82BA9BB05}"/>
              </a:ext>
            </a:extLst>
          </p:cNvPr>
          <p:cNvSpPr/>
          <p:nvPr/>
        </p:nvSpPr>
        <p:spPr>
          <a:xfrm>
            <a:off x="-44450" y="17970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4" name="Oval 93">
            <a:extLst>
              <a:ext uri="{FF2B5EF4-FFF2-40B4-BE49-F238E27FC236}">
                <a16:creationId xmlns:a16="http://schemas.microsoft.com/office/drawing/2014/main" id="{3444480C-CBBE-4514-8D81-4503B48092D7}"/>
              </a:ext>
            </a:extLst>
          </p:cNvPr>
          <p:cNvSpPr/>
          <p:nvPr/>
        </p:nvSpPr>
        <p:spPr>
          <a:xfrm>
            <a:off x="217623" y="177830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3" name="Oval 92">
            <a:extLst>
              <a:ext uri="{FF2B5EF4-FFF2-40B4-BE49-F238E27FC236}">
                <a16:creationId xmlns:a16="http://schemas.microsoft.com/office/drawing/2014/main" id="{0EF4B3E3-C4A1-4690-BE75-DA79C7E0B65C}"/>
              </a:ext>
            </a:extLst>
          </p:cNvPr>
          <p:cNvSpPr/>
          <p:nvPr/>
        </p:nvSpPr>
        <p:spPr>
          <a:xfrm>
            <a:off x="474360" y="172245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2" name="Oval 91">
            <a:extLst>
              <a:ext uri="{FF2B5EF4-FFF2-40B4-BE49-F238E27FC236}">
                <a16:creationId xmlns:a16="http://schemas.microsoft.com/office/drawing/2014/main" id="{45DBA4DE-5DC8-4310-AF1F-20F3C9C76189}"/>
              </a:ext>
            </a:extLst>
          </p:cNvPr>
          <p:cNvSpPr/>
          <p:nvPr/>
        </p:nvSpPr>
        <p:spPr>
          <a:xfrm>
            <a:off x="720537" y="16306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1" name="Oval 90">
            <a:extLst>
              <a:ext uri="{FF2B5EF4-FFF2-40B4-BE49-F238E27FC236}">
                <a16:creationId xmlns:a16="http://schemas.microsoft.com/office/drawing/2014/main" id="{426790A1-4C13-473A-A9F5-C3CD70DF2A2B}"/>
              </a:ext>
            </a:extLst>
          </p:cNvPr>
          <p:cNvSpPr/>
          <p:nvPr/>
        </p:nvSpPr>
        <p:spPr>
          <a:xfrm>
            <a:off x="951140" y="1504718"/>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0" name="Oval 89">
            <a:extLst>
              <a:ext uri="{FF2B5EF4-FFF2-40B4-BE49-F238E27FC236}">
                <a16:creationId xmlns:a16="http://schemas.microsoft.com/office/drawing/2014/main" id="{F3578F86-59B3-4E0F-946A-51767738B839}"/>
              </a:ext>
            </a:extLst>
          </p:cNvPr>
          <p:cNvSpPr/>
          <p:nvPr/>
        </p:nvSpPr>
        <p:spPr>
          <a:xfrm>
            <a:off x="1161476" y="134726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9" name="Oval 88">
            <a:extLst>
              <a:ext uri="{FF2B5EF4-FFF2-40B4-BE49-F238E27FC236}">
                <a16:creationId xmlns:a16="http://schemas.microsoft.com/office/drawing/2014/main" id="{8501235E-6644-468E-87E0-CA521096528C}"/>
              </a:ext>
            </a:extLst>
          </p:cNvPr>
          <p:cNvSpPr/>
          <p:nvPr/>
        </p:nvSpPr>
        <p:spPr>
          <a:xfrm>
            <a:off x="1347263" y="116147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8" name="Oval 87">
            <a:extLst>
              <a:ext uri="{FF2B5EF4-FFF2-40B4-BE49-F238E27FC236}">
                <a16:creationId xmlns:a16="http://schemas.microsoft.com/office/drawing/2014/main" id="{9C287D8C-70A1-4670-BAF4-4FA46BC49102}"/>
              </a:ext>
            </a:extLst>
          </p:cNvPr>
          <p:cNvSpPr/>
          <p:nvPr/>
        </p:nvSpPr>
        <p:spPr>
          <a:xfrm>
            <a:off x="1504718" y="95114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7" name="Oval 86">
            <a:extLst>
              <a:ext uri="{FF2B5EF4-FFF2-40B4-BE49-F238E27FC236}">
                <a16:creationId xmlns:a16="http://schemas.microsoft.com/office/drawing/2014/main" id="{3CEA9332-07BD-420B-8016-5777475E0EF5}"/>
              </a:ext>
            </a:extLst>
          </p:cNvPr>
          <p:cNvSpPr/>
          <p:nvPr/>
        </p:nvSpPr>
        <p:spPr>
          <a:xfrm>
            <a:off x="1630637" y="7205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6" name="Oval 85">
            <a:extLst>
              <a:ext uri="{FF2B5EF4-FFF2-40B4-BE49-F238E27FC236}">
                <a16:creationId xmlns:a16="http://schemas.microsoft.com/office/drawing/2014/main" id="{7BCF526A-DD4C-4B80-B071-8A3607AC2BA2}"/>
              </a:ext>
            </a:extLst>
          </p:cNvPr>
          <p:cNvSpPr/>
          <p:nvPr/>
        </p:nvSpPr>
        <p:spPr>
          <a:xfrm>
            <a:off x="1722456" y="47436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5" name="Oval 84">
            <a:extLst>
              <a:ext uri="{FF2B5EF4-FFF2-40B4-BE49-F238E27FC236}">
                <a16:creationId xmlns:a16="http://schemas.microsoft.com/office/drawing/2014/main" id="{CFC2667B-4452-4B44-B7E6-D74CD731F4A1}"/>
              </a:ext>
            </a:extLst>
          </p:cNvPr>
          <p:cNvSpPr/>
          <p:nvPr/>
        </p:nvSpPr>
        <p:spPr>
          <a:xfrm>
            <a:off x="1778306" y="21762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4" name="Oval 83">
            <a:extLst>
              <a:ext uri="{FF2B5EF4-FFF2-40B4-BE49-F238E27FC236}">
                <a16:creationId xmlns:a16="http://schemas.microsoft.com/office/drawing/2014/main" id="{3F7E3587-C40B-4A93-BFDB-644A8FBBA8BE}"/>
              </a:ext>
            </a:extLst>
          </p:cNvPr>
          <p:cNvSpPr/>
          <p:nvPr/>
        </p:nvSpPr>
        <p:spPr>
          <a:xfrm>
            <a:off x="1797050" y="-444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5866DED4-A8D7-41B6-867D-4F1E86C8D120}"/>
              </a:ext>
            </a:extLst>
          </p:cNvPr>
          <p:cNvSpPr/>
          <p:nvPr/>
        </p:nvSpPr>
        <p:spPr>
          <a:xfrm>
            <a:off x="-34925" y="136207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2" name="Oval 81">
            <a:extLst>
              <a:ext uri="{FF2B5EF4-FFF2-40B4-BE49-F238E27FC236}">
                <a16:creationId xmlns:a16="http://schemas.microsoft.com/office/drawing/2014/main" id="{FBB70ECD-ADB4-4787-981D-957BD422CB87}"/>
              </a:ext>
            </a:extLst>
          </p:cNvPr>
          <p:cNvSpPr/>
          <p:nvPr/>
        </p:nvSpPr>
        <p:spPr>
          <a:xfrm>
            <a:off x="237616" y="1335232"/>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BB9A2746-D2F5-41B8-920A-2910B324D98B}"/>
              </a:ext>
            </a:extLst>
          </p:cNvPr>
          <p:cNvSpPr/>
          <p:nvPr/>
        </p:nvSpPr>
        <p:spPr>
          <a:xfrm>
            <a:off x="499684" y="125573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F1793C6A-E958-4212-B8E8-0097D231A345}"/>
              </a:ext>
            </a:extLst>
          </p:cNvPr>
          <p:cNvSpPr/>
          <p:nvPr/>
        </p:nvSpPr>
        <p:spPr>
          <a:xfrm>
            <a:off x="741207" y="1126638"/>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9" name="Oval 78">
            <a:extLst>
              <a:ext uri="{FF2B5EF4-FFF2-40B4-BE49-F238E27FC236}">
                <a16:creationId xmlns:a16="http://schemas.microsoft.com/office/drawing/2014/main" id="{E5C21B01-5CE9-4D3C-B598-6F6B50371B1D}"/>
              </a:ext>
            </a:extLst>
          </p:cNvPr>
          <p:cNvSpPr/>
          <p:nvPr/>
        </p:nvSpPr>
        <p:spPr>
          <a:xfrm>
            <a:off x="952903" y="952903"/>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9A40A2C0-8B9A-4E44-AB3C-4537104BBEF4}"/>
              </a:ext>
            </a:extLst>
          </p:cNvPr>
          <p:cNvSpPr/>
          <p:nvPr/>
        </p:nvSpPr>
        <p:spPr>
          <a:xfrm>
            <a:off x="1126638" y="741207"/>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86D1E3A4-8139-4F3C-BEB0-A2163A0C19D9}"/>
              </a:ext>
            </a:extLst>
          </p:cNvPr>
          <p:cNvSpPr/>
          <p:nvPr/>
        </p:nvSpPr>
        <p:spPr>
          <a:xfrm>
            <a:off x="1255735" y="499684"/>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DCACDB46-1139-4768-8656-4C4335A1B06F}"/>
              </a:ext>
            </a:extLst>
          </p:cNvPr>
          <p:cNvSpPr/>
          <p:nvPr/>
        </p:nvSpPr>
        <p:spPr>
          <a:xfrm>
            <a:off x="1335232" y="237616"/>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5" name="Oval 74">
            <a:extLst>
              <a:ext uri="{FF2B5EF4-FFF2-40B4-BE49-F238E27FC236}">
                <a16:creationId xmlns:a16="http://schemas.microsoft.com/office/drawing/2014/main" id="{232E506A-BE2F-4E5D-A2C9-43E09F48B6B3}"/>
              </a:ext>
            </a:extLst>
          </p:cNvPr>
          <p:cNvSpPr/>
          <p:nvPr/>
        </p:nvSpPr>
        <p:spPr>
          <a:xfrm>
            <a:off x="1362075" y="-3492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4" name="Oval 73">
            <a:extLst>
              <a:ext uri="{FF2B5EF4-FFF2-40B4-BE49-F238E27FC236}">
                <a16:creationId xmlns:a16="http://schemas.microsoft.com/office/drawing/2014/main" id="{49450905-150F-4367-BF9C-FDC7423FA65A}"/>
              </a:ext>
            </a:extLst>
          </p:cNvPr>
          <p:cNvSpPr/>
          <p:nvPr/>
        </p:nvSpPr>
        <p:spPr>
          <a:xfrm>
            <a:off x="-25400" y="9271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3" name="Oval 72">
            <a:extLst>
              <a:ext uri="{FF2B5EF4-FFF2-40B4-BE49-F238E27FC236}">
                <a16:creationId xmlns:a16="http://schemas.microsoft.com/office/drawing/2014/main" id="{1068921F-1B26-4EF8-A204-76CF7E161755}"/>
              </a:ext>
            </a:extLst>
          </p:cNvPr>
          <p:cNvSpPr/>
          <p:nvPr/>
        </p:nvSpPr>
        <p:spPr>
          <a:xfrm>
            <a:off x="268939" y="880481"/>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2" name="Oval 71">
            <a:extLst>
              <a:ext uri="{FF2B5EF4-FFF2-40B4-BE49-F238E27FC236}">
                <a16:creationId xmlns:a16="http://schemas.microsoft.com/office/drawing/2014/main" id="{1F33F9CB-17D6-482B-A8DB-CF6BC69E5BB9}"/>
              </a:ext>
            </a:extLst>
          </p:cNvPr>
          <p:cNvSpPr/>
          <p:nvPr/>
        </p:nvSpPr>
        <p:spPr>
          <a:xfrm>
            <a:off x="534465" y="74518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1" name="Oval 70">
            <a:extLst>
              <a:ext uri="{FF2B5EF4-FFF2-40B4-BE49-F238E27FC236}">
                <a16:creationId xmlns:a16="http://schemas.microsoft.com/office/drawing/2014/main" id="{3F6242A9-96F8-45FA-BEFE-46950AA35B05}"/>
              </a:ext>
            </a:extLst>
          </p:cNvPr>
          <p:cNvSpPr/>
          <p:nvPr/>
        </p:nvSpPr>
        <p:spPr>
          <a:xfrm>
            <a:off x="745189" y="534465"/>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23C9D89A-7D3A-4BBA-8160-E8CF206AC979}"/>
              </a:ext>
            </a:extLst>
          </p:cNvPr>
          <p:cNvSpPr/>
          <p:nvPr/>
        </p:nvSpPr>
        <p:spPr>
          <a:xfrm>
            <a:off x="880481" y="26893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9" name="Oval 68">
            <a:extLst>
              <a:ext uri="{FF2B5EF4-FFF2-40B4-BE49-F238E27FC236}">
                <a16:creationId xmlns:a16="http://schemas.microsoft.com/office/drawing/2014/main" id="{53FC526D-8B32-4221-92D5-66215DE0AEE7}"/>
              </a:ext>
            </a:extLst>
          </p:cNvPr>
          <p:cNvSpPr/>
          <p:nvPr/>
        </p:nvSpPr>
        <p:spPr>
          <a:xfrm>
            <a:off x="927100" y="-254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8" name="Oval 67">
            <a:extLst>
              <a:ext uri="{FF2B5EF4-FFF2-40B4-BE49-F238E27FC236}">
                <a16:creationId xmlns:a16="http://schemas.microsoft.com/office/drawing/2014/main" id="{3B315C1C-C8B0-4790-88D8-B9DBC999BEC8}"/>
              </a:ext>
            </a:extLst>
          </p:cNvPr>
          <p:cNvSpPr/>
          <p:nvPr/>
        </p:nvSpPr>
        <p:spPr>
          <a:xfrm>
            <a:off x="-15875" y="49212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2A1F7B01-08BC-4DEE-BC87-FB67CB63FE68}"/>
              </a:ext>
            </a:extLst>
          </p:cNvPr>
          <p:cNvSpPr/>
          <p:nvPr/>
        </p:nvSpPr>
        <p:spPr>
          <a:xfrm>
            <a:off x="343335" y="34333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34405161-A7C6-402B-B0F6-D4A2923D2FD7}"/>
              </a:ext>
            </a:extLst>
          </p:cNvPr>
          <p:cNvSpPr/>
          <p:nvPr/>
        </p:nvSpPr>
        <p:spPr>
          <a:xfrm>
            <a:off x="492125" y="-1587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EF3632DC-E2AC-4D72-85FE-0407B04DF212}"/>
              </a:ext>
            </a:extLst>
          </p:cNvPr>
          <p:cNvSpPr/>
          <p:nvPr/>
        </p:nvSpPr>
        <p:spPr>
          <a:xfrm>
            <a:off x="12138025" y="4518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A256E17C-F7AA-4573-AD25-D9C5C518E559}"/>
              </a:ext>
            </a:extLst>
          </p:cNvPr>
          <p:cNvSpPr/>
          <p:nvPr/>
        </p:nvSpPr>
        <p:spPr>
          <a:xfrm>
            <a:off x="11882074" y="453239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F5A8A365-11A5-478A-AEE1-5747FC7F73C9}"/>
              </a:ext>
            </a:extLst>
          </p:cNvPr>
          <p:cNvSpPr/>
          <p:nvPr/>
        </p:nvSpPr>
        <p:spPr>
          <a:xfrm>
            <a:off x="11629342" y="457534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DBE74343-D98B-4370-AD79-F826DF2B12D3}"/>
              </a:ext>
            </a:extLst>
          </p:cNvPr>
          <p:cNvSpPr/>
          <p:nvPr/>
        </p:nvSpPr>
        <p:spPr>
          <a:xfrm>
            <a:off x="11383007" y="464630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83990844-B4CE-413E-A6AD-FC6C7EBDB3FF}"/>
              </a:ext>
            </a:extLst>
          </p:cNvPr>
          <p:cNvSpPr/>
          <p:nvPr/>
        </p:nvSpPr>
        <p:spPr>
          <a:xfrm>
            <a:off x="11146167" y="474441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0" name="Oval 59">
            <a:extLst>
              <a:ext uri="{FF2B5EF4-FFF2-40B4-BE49-F238E27FC236}">
                <a16:creationId xmlns:a16="http://schemas.microsoft.com/office/drawing/2014/main" id="{76499EC1-D56B-4A6C-90EC-72B1ED69B927}"/>
              </a:ext>
            </a:extLst>
          </p:cNvPr>
          <p:cNvSpPr/>
          <p:nvPr/>
        </p:nvSpPr>
        <p:spPr>
          <a:xfrm>
            <a:off x="10921800" y="4868413"/>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B6839C80-C014-4A64-ADEC-F48984C01A94}"/>
              </a:ext>
            </a:extLst>
          </p:cNvPr>
          <p:cNvSpPr/>
          <p:nvPr/>
        </p:nvSpPr>
        <p:spPr>
          <a:xfrm>
            <a:off x="10712728" y="501675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8" name="Oval 57">
            <a:extLst>
              <a:ext uri="{FF2B5EF4-FFF2-40B4-BE49-F238E27FC236}">
                <a16:creationId xmlns:a16="http://schemas.microsoft.com/office/drawing/2014/main" id="{5CF87C8B-E347-4CE4-998C-474B7D9DF34A}"/>
              </a:ext>
            </a:extLst>
          </p:cNvPr>
          <p:cNvSpPr/>
          <p:nvPr/>
        </p:nvSpPr>
        <p:spPr>
          <a:xfrm>
            <a:off x="10521579" y="518757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7" name="Oval 56">
            <a:extLst>
              <a:ext uri="{FF2B5EF4-FFF2-40B4-BE49-F238E27FC236}">
                <a16:creationId xmlns:a16="http://schemas.microsoft.com/office/drawing/2014/main" id="{35CE36A7-C364-45B5-9BC5-E719A921A4DC}"/>
              </a:ext>
            </a:extLst>
          </p:cNvPr>
          <p:cNvSpPr/>
          <p:nvPr/>
        </p:nvSpPr>
        <p:spPr>
          <a:xfrm>
            <a:off x="10350758" y="537872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75B17245-30C7-4482-8E11-EA3E7BA0C1DE}"/>
              </a:ext>
            </a:extLst>
          </p:cNvPr>
          <p:cNvSpPr/>
          <p:nvPr/>
        </p:nvSpPr>
        <p:spPr>
          <a:xfrm>
            <a:off x="10202414" y="558780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5" name="Oval 54">
            <a:extLst>
              <a:ext uri="{FF2B5EF4-FFF2-40B4-BE49-F238E27FC236}">
                <a16:creationId xmlns:a16="http://schemas.microsoft.com/office/drawing/2014/main" id="{1C6E03C4-0832-44D7-8A0D-7BD30F616AC8}"/>
              </a:ext>
            </a:extLst>
          </p:cNvPr>
          <p:cNvSpPr/>
          <p:nvPr/>
        </p:nvSpPr>
        <p:spPr>
          <a:xfrm>
            <a:off x="10078410" y="581216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4" name="Oval 53">
            <a:extLst>
              <a:ext uri="{FF2B5EF4-FFF2-40B4-BE49-F238E27FC236}">
                <a16:creationId xmlns:a16="http://schemas.microsoft.com/office/drawing/2014/main" id="{8F77AF13-A1E4-4CCF-AAF5-4E0FF55F8364}"/>
              </a:ext>
            </a:extLst>
          </p:cNvPr>
          <p:cNvSpPr/>
          <p:nvPr/>
        </p:nvSpPr>
        <p:spPr>
          <a:xfrm>
            <a:off x="9980308" y="604900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F28BB768-A220-475C-9620-7386B6E90D51}"/>
              </a:ext>
            </a:extLst>
          </p:cNvPr>
          <p:cNvSpPr/>
          <p:nvPr/>
        </p:nvSpPr>
        <p:spPr>
          <a:xfrm>
            <a:off x="9909340" y="6295342"/>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FC37780A-A18F-4B14-BD8E-7C5E05A6708F}"/>
              </a:ext>
            </a:extLst>
          </p:cNvPr>
          <p:cNvSpPr/>
          <p:nvPr/>
        </p:nvSpPr>
        <p:spPr>
          <a:xfrm>
            <a:off x="9866399" y="6548074"/>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0C652518-AF55-4424-9378-5C94BD17E0D8}"/>
              </a:ext>
            </a:extLst>
          </p:cNvPr>
          <p:cNvSpPr/>
          <p:nvPr/>
        </p:nvSpPr>
        <p:spPr>
          <a:xfrm>
            <a:off x="9852025" y="6804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36B34E03-5B39-4693-96F5-3F591AC860E0}"/>
              </a:ext>
            </a:extLst>
          </p:cNvPr>
          <p:cNvSpPr/>
          <p:nvPr/>
        </p:nvSpPr>
        <p:spPr>
          <a:xfrm>
            <a:off x="12147550" y="49720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34E01961-610C-4BAF-8E65-301BF9C52115}"/>
              </a:ext>
            </a:extLst>
          </p:cNvPr>
          <p:cNvSpPr/>
          <p:nvPr/>
        </p:nvSpPr>
        <p:spPr>
          <a:xfrm>
            <a:off x="11885477" y="499079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DA481198-F428-4E7D-8DA3-304F6DB149AD}"/>
              </a:ext>
            </a:extLst>
          </p:cNvPr>
          <p:cNvSpPr/>
          <p:nvPr/>
        </p:nvSpPr>
        <p:spPr>
          <a:xfrm>
            <a:off x="11628740" y="504664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1FC09F3B-D3C9-42F7-B20F-41775C559D0E}"/>
              </a:ext>
            </a:extLst>
          </p:cNvPr>
          <p:cNvSpPr/>
          <p:nvPr/>
        </p:nvSpPr>
        <p:spPr>
          <a:xfrm>
            <a:off x="11382563" y="51384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821FEDBE-8BA4-47AB-96DE-821D834D7587}"/>
              </a:ext>
            </a:extLst>
          </p:cNvPr>
          <p:cNvSpPr/>
          <p:nvPr/>
        </p:nvSpPr>
        <p:spPr>
          <a:xfrm>
            <a:off x="11151960" y="5264382"/>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934E6F3B-F1F7-4D8C-956F-8CBFD0716772}"/>
              </a:ext>
            </a:extLst>
          </p:cNvPr>
          <p:cNvSpPr/>
          <p:nvPr/>
        </p:nvSpPr>
        <p:spPr>
          <a:xfrm>
            <a:off x="10941624" y="542183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5781F104-4F3F-4896-9058-330E6057DFE0}"/>
              </a:ext>
            </a:extLst>
          </p:cNvPr>
          <p:cNvSpPr/>
          <p:nvPr/>
        </p:nvSpPr>
        <p:spPr>
          <a:xfrm>
            <a:off x="10755837" y="560762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957626D0-29D5-4A28-BEF2-799F76D518FA}"/>
              </a:ext>
            </a:extLst>
          </p:cNvPr>
          <p:cNvSpPr/>
          <p:nvPr/>
        </p:nvSpPr>
        <p:spPr>
          <a:xfrm>
            <a:off x="10598382" y="581796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7ED3B3F1-D8A1-4C5D-9C00-7847539CF95D}"/>
              </a:ext>
            </a:extLst>
          </p:cNvPr>
          <p:cNvSpPr/>
          <p:nvPr/>
        </p:nvSpPr>
        <p:spPr>
          <a:xfrm>
            <a:off x="10472462" y="60485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0AB5BC6F-83C7-4288-9493-E31CB6865B7D}"/>
              </a:ext>
            </a:extLst>
          </p:cNvPr>
          <p:cNvSpPr/>
          <p:nvPr/>
        </p:nvSpPr>
        <p:spPr>
          <a:xfrm>
            <a:off x="10380644" y="6294739"/>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215ED00B-8F2E-4CF3-97CA-8F86A8E1AF0C}"/>
              </a:ext>
            </a:extLst>
          </p:cNvPr>
          <p:cNvSpPr/>
          <p:nvPr/>
        </p:nvSpPr>
        <p:spPr>
          <a:xfrm>
            <a:off x="10324794" y="655147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E65C52E4-9F6E-4CE1-B4F3-EA2187002B25}"/>
              </a:ext>
            </a:extLst>
          </p:cNvPr>
          <p:cNvSpPr/>
          <p:nvPr/>
        </p:nvSpPr>
        <p:spPr>
          <a:xfrm>
            <a:off x="10306050" y="68135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943FEF73-2123-4AEA-84A3-E63718828D6C}"/>
              </a:ext>
            </a:extLst>
          </p:cNvPr>
          <p:cNvSpPr/>
          <p:nvPr/>
        </p:nvSpPr>
        <p:spPr>
          <a:xfrm>
            <a:off x="12157075" y="5426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BCC67AC1-4ECA-40D4-B592-8AFFFE1EDEA3}"/>
              </a:ext>
            </a:extLst>
          </p:cNvPr>
          <p:cNvSpPr/>
          <p:nvPr/>
        </p:nvSpPr>
        <p:spPr>
          <a:xfrm>
            <a:off x="11884533" y="5452918"/>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324605EA-85C8-46DA-B3FA-3D4AB64BB92E}"/>
              </a:ext>
            </a:extLst>
          </p:cNvPr>
          <p:cNvSpPr/>
          <p:nvPr/>
        </p:nvSpPr>
        <p:spPr>
          <a:xfrm>
            <a:off x="11622467" y="553241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C0BA3E3B-1211-4013-A43B-8A588F2441EB}"/>
              </a:ext>
            </a:extLst>
          </p:cNvPr>
          <p:cNvSpPr/>
          <p:nvPr/>
        </p:nvSpPr>
        <p:spPr>
          <a:xfrm>
            <a:off x="11380943" y="5661512"/>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44C5CCF0-0D76-446B-BB15-454568C5AE32}"/>
              </a:ext>
            </a:extLst>
          </p:cNvPr>
          <p:cNvSpPr/>
          <p:nvPr/>
        </p:nvSpPr>
        <p:spPr>
          <a:xfrm>
            <a:off x="11169247" y="5835247"/>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A17FF6C3-30E6-4B13-8070-A8F6BF713259}"/>
              </a:ext>
            </a:extLst>
          </p:cNvPr>
          <p:cNvSpPr/>
          <p:nvPr/>
        </p:nvSpPr>
        <p:spPr>
          <a:xfrm>
            <a:off x="10995512" y="604694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EE67CD27-6D15-4C0D-B75B-B404BDB1D87D}"/>
              </a:ext>
            </a:extLst>
          </p:cNvPr>
          <p:cNvSpPr/>
          <p:nvPr/>
        </p:nvSpPr>
        <p:spPr>
          <a:xfrm>
            <a:off x="10866415" y="6288466"/>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DAF98C79-E3F2-4398-BE71-D2ED35C8105B}"/>
              </a:ext>
            </a:extLst>
          </p:cNvPr>
          <p:cNvSpPr/>
          <p:nvPr/>
        </p:nvSpPr>
        <p:spPr>
          <a:xfrm>
            <a:off x="10786918" y="655053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F3A21C89-03D9-424C-AC91-4CE0A9CA986A}"/>
              </a:ext>
            </a:extLst>
          </p:cNvPr>
          <p:cNvSpPr/>
          <p:nvPr/>
        </p:nvSpPr>
        <p:spPr>
          <a:xfrm>
            <a:off x="10760075" y="6823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DFA72193-B880-47FD-A7C1-F60401844115}"/>
              </a:ext>
            </a:extLst>
          </p:cNvPr>
          <p:cNvSpPr/>
          <p:nvPr/>
        </p:nvSpPr>
        <p:spPr>
          <a:xfrm>
            <a:off x="12166600" y="58801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417F176E-AF99-4320-A135-C550F5CB09BE}"/>
              </a:ext>
            </a:extLst>
          </p:cNvPr>
          <p:cNvSpPr/>
          <p:nvPr/>
        </p:nvSpPr>
        <p:spPr>
          <a:xfrm>
            <a:off x="11872261" y="5926719"/>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CA24B026-1A22-46C7-AC2E-FC27C6E438CB}"/>
              </a:ext>
            </a:extLst>
          </p:cNvPr>
          <p:cNvSpPr/>
          <p:nvPr/>
        </p:nvSpPr>
        <p:spPr>
          <a:xfrm>
            <a:off x="11606734" y="606201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D46F7D88-7985-43ED-BCCD-6A1818D4E3CD}"/>
              </a:ext>
            </a:extLst>
          </p:cNvPr>
          <p:cNvSpPr/>
          <p:nvPr/>
        </p:nvSpPr>
        <p:spPr>
          <a:xfrm>
            <a:off x="11396011" y="6272735"/>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6517EEC4-AB97-4099-83BD-5F58C6D7F138}"/>
              </a:ext>
            </a:extLst>
          </p:cNvPr>
          <p:cNvSpPr/>
          <p:nvPr/>
        </p:nvSpPr>
        <p:spPr>
          <a:xfrm>
            <a:off x="11260719" y="653826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C3E85164-C3C9-4BFD-BD24-332762D5D046}"/>
              </a:ext>
            </a:extLst>
          </p:cNvPr>
          <p:cNvSpPr/>
          <p:nvPr/>
        </p:nvSpPr>
        <p:spPr>
          <a:xfrm>
            <a:off x="11214100" y="68326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B041E118-F78F-4FC8-BEC4-2F7772C132AF}"/>
              </a:ext>
            </a:extLst>
          </p:cNvPr>
          <p:cNvSpPr/>
          <p:nvPr/>
        </p:nvSpPr>
        <p:spPr>
          <a:xfrm>
            <a:off x="12176125" y="6334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5D33B5AD-88B4-4DDD-9A43-F7393B2F0676}"/>
              </a:ext>
            </a:extLst>
          </p:cNvPr>
          <p:cNvSpPr/>
          <p:nvPr/>
        </p:nvSpPr>
        <p:spPr>
          <a:xfrm>
            <a:off x="11816914" y="6482915"/>
            <a:ext cx="31750" cy="31749"/>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47D3BF79-15B3-4A82-BCB7-00D451CA6F8E}"/>
              </a:ext>
            </a:extLst>
          </p:cNvPr>
          <p:cNvSpPr/>
          <p:nvPr/>
        </p:nvSpPr>
        <p:spPr>
          <a:xfrm>
            <a:off x="11668125" y="6842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TextBox 1"/>
          <p:cNvSpPr txBox="1"/>
          <p:nvPr/>
        </p:nvSpPr>
        <p:spPr>
          <a:xfrm>
            <a:off x="731520" y="457200"/>
            <a:ext cx="10698480" cy="731520"/>
          </a:xfrm>
          <a:prstGeom prst="rect">
            <a:avLst/>
          </a:prstGeom>
          <a:noFill/>
        </p:spPr>
        <p:txBody>
          <a:bodyPr wrap="square" lIns="45720" rIns="45720">
            <a:spAutoFit/>
          </a:bodyPr>
          <a:lstStyle/>
          <a:p>
            <a:pPr algn="l">
              <a:spcAft>
                <a:spcPts val="200"/>
              </a:spcAft>
            </a:pPr>
            <a:r>
              <a:rPr sz="1200" b="1" i="0">
                <a:solidFill>
                  <a:srgbClr val="E6FFA6"/>
                </a:solidFill>
                <a:latin typeface="Manrope"/>
              </a:rPr>
              <a:t>02. WHY TRESCON</a:t>
            </a:r>
          </a:p>
          <a:p>
            <a:pPr algn="l"/>
            <a:r>
              <a:rPr sz="2200" b="1" i="0">
                <a:solidFill>
                  <a:srgbClr val="FFFFFF"/>
                </a:solidFill>
                <a:latin typeface="Manrope"/>
              </a:rPr>
              <a:t>The Strategic Edge for Reaching Decision-Makers</a:t>
            </a:r>
          </a:p>
        </p:txBody>
      </p:sp>
      <p:sp>
        <p:nvSpPr>
          <p:cNvPr id="3" name="Rectangle 2"/>
          <p:cNvSpPr/>
          <p:nvPr/>
        </p:nvSpPr>
        <p:spPr>
          <a:xfrm>
            <a:off x="731520" y="1463040"/>
            <a:ext cx="338328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463040"/>
            <a:ext cx="3383280" cy="73152"/>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645920"/>
            <a:ext cx="3017520" cy="1645920"/>
          </a:xfrm>
          <a:prstGeom prst="rect">
            <a:avLst/>
          </a:prstGeom>
          <a:noFill/>
        </p:spPr>
        <p:txBody>
          <a:bodyPr wrap="square" lIns="45720" rIns="45720">
            <a:spAutoFit/>
          </a:bodyPr>
          <a:lstStyle/>
          <a:p>
            <a:pPr algn="l"/>
            <a:r>
              <a:rPr sz="1300" b="1" i="0">
                <a:solidFill>
                  <a:srgbClr val="004B4E"/>
                </a:solidFill>
                <a:latin typeface="Manrope"/>
              </a:rPr>
              <a:t>Proven C-Suite Reach
</a:t>
            </a:r>
          </a:p>
          <a:p>
            <a:pPr algn="l">
              <a:lnSpc>
                <a:spcPct val="125000"/>
              </a:lnSpc>
            </a:pPr>
            <a:r>
              <a:rPr sz="1050" b="0" i="0">
                <a:solidFill>
                  <a:srgbClr val="3C3C3C"/>
                </a:solidFill>
                <a:latin typeface="Manrope"/>
              </a:rPr>
              <a:t>We bring together senior decision-makers, CXOs, and founders with active investment mandates.</a:t>
            </a:r>
          </a:p>
        </p:txBody>
      </p:sp>
      <p:sp>
        <p:nvSpPr>
          <p:cNvPr id="6" name="Rectangle 5"/>
          <p:cNvSpPr/>
          <p:nvPr/>
        </p:nvSpPr>
        <p:spPr>
          <a:xfrm>
            <a:off x="4389120" y="1463040"/>
            <a:ext cx="338328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389120" y="1463040"/>
            <a:ext cx="3383280" cy="73152"/>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645920"/>
            <a:ext cx="3017520" cy="1645920"/>
          </a:xfrm>
          <a:prstGeom prst="rect">
            <a:avLst/>
          </a:prstGeom>
          <a:noFill/>
        </p:spPr>
        <p:txBody>
          <a:bodyPr wrap="square" lIns="45720" rIns="45720">
            <a:spAutoFit/>
          </a:bodyPr>
          <a:lstStyle/>
          <a:p>
            <a:pPr algn="l"/>
            <a:r>
              <a:rPr sz="1300" b="1" i="0">
                <a:solidFill>
                  <a:srgbClr val="004B4E"/>
                </a:solidFill>
                <a:latin typeface="Manrope"/>
              </a:rPr>
              <a:t>Government Alignment
</a:t>
            </a:r>
          </a:p>
          <a:p>
            <a:pPr algn="l">
              <a:lnSpc>
                <a:spcPct val="125000"/>
              </a:lnSpc>
            </a:pPr>
            <a:r>
              <a:rPr sz="1050" b="0" i="0">
                <a:solidFill>
                  <a:srgbClr val="3C3C3C"/>
                </a:solidFill>
                <a:latin typeface="Manrope"/>
              </a:rPr>
              <a:t>Direct collaborations with 50+ government ministries, departments, and public regulators globally.</a:t>
            </a:r>
          </a:p>
        </p:txBody>
      </p:sp>
      <p:sp>
        <p:nvSpPr>
          <p:cNvPr id="9" name="Rectangle 8"/>
          <p:cNvSpPr/>
          <p:nvPr/>
        </p:nvSpPr>
        <p:spPr>
          <a:xfrm>
            <a:off x="8046720" y="1463040"/>
            <a:ext cx="338328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046720" y="1463040"/>
            <a:ext cx="3383280" cy="73152"/>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0" y="1645920"/>
            <a:ext cx="3017520" cy="1645920"/>
          </a:xfrm>
          <a:prstGeom prst="rect">
            <a:avLst/>
          </a:prstGeom>
          <a:noFill/>
        </p:spPr>
        <p:txBody>
          <a:bodyPr wrap="square" lIns="45720" rIns="45720">
            <a:spAutoFit/>
          </a:bodyPr>
          <a:lstStyle/>
          <a:p>
            <a:pPr algn="l"/>
            <a:r>
              <a:rPr sz="1300" b="1" i="0">
                <a:solidFill>
                  <a:srgbClr val="004B4E"/>
                </a:solidFill>
                <a:latin typeface="Manrope"/>
              </a:rPr>
              <a:t>Emerging Tech Focus
</a:t>
            </a:r>
          </a:p>
          <a:p>
            <a:pPr algn="l">
              <a:lnSpc>
                <a:spcPct val="125000"/>
              </a:lnSpc>
            </a:pPr>
            <a:r>
              <a:rPr sz="1050" b="0" i="0">
                <a:solidFill>
                  <a:srgbClr val="3C3C3C"/>
                </a:solidFill>
                <a:latin typeface="Manrope"/>
              </a:rPr>
              <a:t>Specialized platform building in AI, Web3, Blockchain, Cybersecurity, Cloud, FinTech, and Green Tech.</a:t>
            </a:r>
          </a:p>
        </p:txBody>
      </p:sp>
      <p:sp>
        <p:nvSpPr>
          <p:cNvPr id="12" name="Rectangle 11"/>
          <p:cNvSpPr/>
          <p:nvPr/>
        </p:nvSpPr>
        <p:spPr>
          <a:xfrm>
            <a:off x="731520" y="3840480"/>
            <a:ext cx="338328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31520" y="3840480"/>
            <a:ext cx="3383280" cy="73152"/>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4023360"/>
            <a:ext cx="3017520" cy="1645920"/>
          </a:xfrm>
          <a:prstGeom prst="rect">
            <a:avLst/>
          </a:prstGeom>
          <a:noFill/>
        </p:spPr>
        <p:txBody>
          <a:bodyPr wrap="square" lIns="45720" rIns="45720">
            <a:spAutoFit/>
          </a:bodyPr>
          <a:lstStyle/>
          <a:p>
            <a:pPr algn="l"/>
            <a:r>
              <a:rPr sz="1300" b="1" i="0">
                <a:solidFill>
                  <a:srgbClr val="004B4E"/>
                </a:solidFill>
                <a:latin typeface="Manrope"/>
              </a:rPr>
              <a:t>Vast Global Scale
</a:t>
            </a:r>
          </a:p>
          <a:p>
            <a:pPr algn="l">
              <a:lnSpc>
                <a:spcPct val="125000"/>
              </a:lnSpc>
            </a:pPr>
            <a:r>
              <a:rPr sz="1050" b="0" i="0">
                <a:solidFill>
                  <a:srgbClr val="3C3C3C"/>
                </a:solidFill>
                <a:latin typeface="Manrope"/>
              </a:rPr>
              <a:t>Broad international reach with delegates, partners, and exhibitors representing 120+ countries.</a:t>
            </a:r>
          </a:p>
        </p:txBody>
      </p:sp>
      <p:sp>
        <p:nvSpPr>
          <p:cNvPr id="15" name="Rectangle 14"/>
          <p:cNvSpPr/>
          <p:nvPr/>
        </p:nvSpPr>
        <p:spPr>
          <a:xfrm>
            <a:off x="4389120" y="3840480"/>
            <a:ext cx="338328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89120" y="3840480"/>
            <a:ext cx="3383280" cy="73152"/>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0" y="4023360"/>
            <a:ext cx="3017520" cy="1645920"/>
          </a:xfrm>
          <a:prstGeom prst="rect">
            <a:avLst/>
          </a:prstGeom>
          <a:noFill/>
        </p:spPr>
        <p:txBody>
          <a:bodyPr wrap="square" lIns="45720" rIns="45720">
            <a:spAutoFit/>
          </a:bodyPr>
          <a:lstStyle/>
          <a:p>
            <a:pPr algn="l"/>
            <a:r>
              <a:rPr sz="1300" b="1" i="0">
                <a:solidFill>
                  <a:srgbClr val="004B4E"/>
                </a:solidFill>
                <a:latin typeface="Manrope"/>
              </a:rPr>
              <a:t>Capital Matchmaking
</a:t>
            </a:r>
          </a:p>
          <a:p>
            <a:pPr algn="l">
              <a:lnSpc>
                <a:spcPct val="125000"/>
              </a:lnSpc>
            </a:pPr>
            <a:r>
              <a:rPr sz="1050" b="0" i="0">
                <a:solidFill>
                  <a:srgbClr val="3C3C3C"/>
                </a:solidFill>
                <a:latin typeface="Manrope"/>
              </a:rPr>
              <a:t>Direct facilitation of start-up deal-flow, connecting founders with 3,500+ active venture capitalists.</a:t>
            </a:r>
          </a:p>
        </p:txBody>
      </p:sp>
      <p:sp>
        <p:nvSpPr>
          <p:cNvPr id="18" name="Rectangle 17"/>
          <p:cNvSpPr/>
          <p:nvPr/>
        </p:nvSpPr>
        <p:spPr>
          <a:xfrm>
            <a:off x="8046720" y="3840480"/>
            <a:ext cx="338328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46720" y="3840480"/>
            <a:ext cx="3383280" cy="73152"/>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0" y="4023360"/>
            <a:ext cx="3017520" cy="1645920"/>
          </a:xfrm>
          <a:prstGeom prst="rect">
            <a:avLst/>
          </a:prstGeom>
          <a:noFill/>
        </p:spPr>
        <p:txBody>
          <a:bodyPr wrap="square" lIns="45720" rIns="45720">
            <a:spAutoFit/>
          </a:bodyPr>
          <a:lstStyle/>
          <a:p>
            <a:pPr algn="l"/>
            <a:r>
              <a:rPr sz="1300" b="1" i="0">
                <a:solidFill>
                  <a:srgbClr val="004B4E"/>
                </a:solidFill>
                <a:latin typeface="Manrope"/>
              </a:rPr>
              <a:t>360° Management
</a:t>
            </a:r>
          </a:p>
          <a:p>
            <a:pPr algn="l">
              <a:lnSpc>
                <a:spcPct val="125000"/>
              </a:lnSpc>
            </a:pPr>
            <a:r>
              <a:rPr sz="1050" b="0" i="0">
                <a:solidFill>
                  <a:srgbClr val="3C3C3C"/>
                </a:solidFill>
                <a:latin typeface="Manrope"/>
              </a:rPr>
              <a:t>Fully integrated capability from curation and content production to database outreach, PR, and logistics.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AFA"/>
        </a:solidFill>
        <a:effectLst/>
      </p:bgPr>
    </p:bg>
    <p:spTree>
      <p:nvGrpSpPr>
        <p:cNvPr id="1" name=""/>
        <p:cNvGrpSpPr/>
        <p:nvPr/>
      </p:nvGrpSpPr>
      <p:grpSpPr>
        <a:xfrm>
          <a:off x="0" y="0"/>
          <a:ext cx="0" cy="0"/>
          <a:chOff x="0" y="0"/>
          <a:chExt cx="0" cy="0"/>
        </a:xfrm>
      </p:grpSpPr>
      <p:sp>
        <p:nvSpPr>
          <p:cNvPr id="112" name="Oval 111">
            <a:extLst>
              <a:ext uri="{FF2B5EF4-FFF2-40B4-BE49-F238E27FC236}">
                <a16:creationId xmlns:a16="http://schemas.microsoft.com/office/drawing/2014/main" id="{7128871F-D680-441E-A34F-9D9CB43CD091}"/>
              </a:ext>
            </a:extLst>
          </p:cNvPr>
          <p:cNvSpPr/>
          <p:nvPr/>
        </p:nvSpPr>
        <p:spPr>
          <a:xfrm>
            <a:off x="-53975" y="223202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11" name="Oval 110">
            <a:extLst>
              <a:ext uri="{FF2B5EF4-FFF2-40B4-BE49-F238E27FC236}">
                <a16:creationId xmlns:a16="http://schemas.microsoft.com/office/drawing/2014/main" id="{1A9C8930-7B32-42D9-8C86-B7C49768D9E9}"/>
              </a:ext>
            </a:extLst>
          </p:cNvPr>
          <p:cNvSpPr/>
          <p:nvPr/>
        </p:nvSpPr>
        <p:spPr>
          <a:xfrm>
            <a:off x="201976" y="221765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10" name="Oval 109">
            <a:extLst>
              <a:ext uri="{FF2B5EF4-FFF2-40B4-BE49-F238E27FC236}">
                <a16:creationId xmlns:a16="http://schemas.microsoft.com/office/drawing/2014/main" id="{1C567E29-3A8F-4798-83D5-50337B2D6782}"/>
              </a:ext>
            </a:extLst>
          </p:cNvPr>
          <p:cNvSpPr/>
          <p:nvPr/>
        </p:nvSpPr>
        <p:spPr>
          <a:xfrm>
            <a:off x="454708" y="217471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9" name="Oval 108">
            <a:extLst>
              <a:ext uri="{FF2B5EF4-FFF2-40B4-BE49-F238E27FC236}">
                <a16:creationId xmlns:a16="http://schemas.microsoft.com/office/drawing/2014/main" id="{E557119B-0F91-4DDF-9348-548931639483}"/>
              </a:ext>
            </a:extLst>
          </p:cNvPr>
          <p:cNvSpPr/>
          <p:nvPr/>
        </p:nvSpPr>
        <p:spPr>
          <a:xfrm>
            <a:off x="701043" y="210374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8" name="Oval 107">
            <a:extLst>
              <a:ext uri="{FF2B5EF4-FFF2-40B4-BE49-F238E27FC236}">
                <a16:creationId xmlns:a16="http://schemas.microsoft.com/office/drawing/2014/main" id="{ECE1B9A4-3542-450F-963E-40D008F4DE39}"/>
              </a:ext>
            </a:extLst>
          </p:cNvPr>
          <p:cNvSpPr/>
          <p:nvPr/>
        </p:nvSpPr>
        <p:spPr>
          <a:xfrm>
            <a:off x="937883" y="200564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7" name="Oval 106">
            <a:extLst>
              <a:ext uri="{FF2B5EF4-FFF2-40B4-BE49-F238E27FC236}">
                <a16:creationId xmlns:a16="http://schemas.microsoft.com/office/drawing/2014/main" id="{29D29879-49AF-478B-8FEA-87273CE5D494}"/>
              </a:ext>
            </a:extLst>
          </p:cNvPr>
          <p:cNvSpPr/>
          <p:nvPr/>
        </p:nvSpPr>
        <p:spPr>
          <a:xfrm>
            <a:off x="1162250" y="1881637"/>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6" name="Oval 105">
            <a:extLst>
              <a:ext uri="{FF2B5EF4-FFF2-40B4-BE49-F238E27FC236}">
                <a16:creationId xmlns:a16="http://schemas.microsoft.com/office/drawing/2014/main" id="{55792565-2107-47D0-83C3-B7C20FCDA3B1}"/>
              </a:ext>
            </a:extLst>
          </p:cNvPr>
          <p:cNvSpPr/>
          <p:nvPr/>
        </p:nvSpPr>
        <p:spPr>
          <a:xfrm>
            <a:off x="1371323" y="173329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5" name="Oval 104">
            <a:extLst>
              <a:ext uri="{FF2B5EF4-FFF2-40B4-BE49-F238E27FC236}">
                <a16:creationId xmlns:a16="http://schemas.microsoft.com/office/drawing/2014/main" id="{E99E81C7-4348-4091-9EBD-DF32F8BE4D2E}"/>
              </a:ext>
            </a:extLst>
          </p:cNvPr>
          <p:cNvSpPr/>
          <p:nvPr/>
        </p:nvSpPr>
        <p:spPr>
          <a:xfrm>
            <a:off x="1562471" y="156247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4" name="Oval 103">
            <a:extLst>
              <a:ext uri="{FF2B5EF4-FFF2-40B4-BE49-F238E27FC236}">
                <a16:creationId xmlns:a16="http://schemas.microsoft.com/office/drawing/2014/main" id="{0A39F3CD-4861-4A19-9C7C-90771B343E22}"/>
              </a:ext>
            </a:extLst>
          </p:cNvPr>
          <p:cNvSpPr/>
          <p:nvPr/>
        </p:nvSpPr>
        <p:spPr>
          <a:xfrm>
            <a:off x="1733292" y="137132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3" name="Oval 102">
            <a:extLst>
              <a:ext uri="{FF2B5EF4-FFF2-40B4-BE49-F238E27FC236}">
                <a16:creationId xmlns:a16="http://schemas.microsoft.com/office/drawing/2014/main" id="{31CC9ABD-96F1-4E1A-8939-A183FCE3649D}"/>
              </a:ext>
            </a:extLst>
          </p:cNvPr>
          <p:cNvSpPr/>
          <p:nvPr/>
        </p:nvSpPr>
        <p:spPr>
          <a:xfrm>
            <a:off x="1881637" y="116225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2" name="Oval 101">
            <a:extLst>
              <a:ext uri="{FF2B5EF4-FFF2-40B4-BE49-F238E27FC236}">
                <a16:creationId xmlns:a16="http://schemas.microsoft.com/office/drawing/2014/main" id="{4D491A31-3450-4016-ABF1-7DB8C0656D0C}"/>
              </a:ext>
            </a:extLst>
          </p:cNvPr>
          <p:cNvSpPr/>
          <p:nvPr/>
        </p:nvSpPr>
        <p:spPr>
          <a:xfrm>
            <a:off x="2005640" y="93788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1" name="Oval 100">
            <a:extLst>
              <a:ext uri="{FF2B5EF4-FFF2-40B4-BE49-F238E27FC236}">
                <a16:creationId xmlns:a16="http://schemas.microsoft.com/office/drawing/2014/main" id="{A70018E9-5680-4C42-86AD-42864C0F46A6}"/>
              </a:ext>
            </a:extLst>
          </p:cNvPr>
          <p:cNvSpPr/>
          <p:nvPr/>
        </p:nvSpPr>
        <p:spPr>
          <a:xfrm>
            <a:off x="2103742" y="70104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0" name="Oval 99">
            <a:extLst>
              <a:ext uri="{FF2B5EF4-FFF2-40B4-BE49-F238E27FC236}">
                <a16:creationId xmlns:a16="http://schemas.microsoft.com/office/drawing/2014/main" id="{A04AFCAE-193C-43FB-BE8F-0678F543FBC6}"/>
              </a:ext>
            </a:extLst>
          </p:cNvPr>
          <p:cNvSpPr/>
          <p:nvPr/>
        </p:nvSpPr>
        <p:spPr>
          <a:xfrm>
            <a:off x="2174710" y="454708"/>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EA39D160-0830-4BE0-BBCF-2AC0A0B532B0}"/>
              </a:ext>
            </a:extLst>
          </p:cNvPr>
          <p:cNvSpPr/>
          <p:nvPr/>
        </p:nvSpPr>
        <p:spPr>
          <a:xfrm>
            <a:off x="2217651" y="201976"/>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8" name="Oval 97">
            <a:extLst>
              <a:ext uri="{FF2B5EF4-FFF2-40B4-BE49-F238E27FC236}">
                <a16:creationId xmlns:a16="http://schemas.microsoft.com/office/drawing/2014/main" id="{BB5B26CA-162C-4946-980A-64107DF1B129}"/>
              </a:ext>
            </a:extLst>
          </p:cNvPr>
          <p:cNvSpPr/>
          <p:nvPr/>
        </p:nvSpPr>
        <p:spPr>
          <a:xfrm>
            <a:off x="2232025" y="-5397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7" name="Oval 96">
            <a:extLst>
              <a:ext uri="{FF2B5EF4-FFF2-40B4-BE49-F238E27FC236}">
                <a16:creationId xmlns:a16="http://schemas.microsoft.com/office/drawing/2014/main" id="{FD40E0EB-0CA6-4C33-A1E1-395A47A13D11}"/>
              </a:ext>
            </a:extLst>
          </p:cNvPr>
          <p:cNvSpPr/>
          <p:nvPr/>
        </p:nvSpPr>
        <p:spPr>
          <a:xfrm>
            <a:off x="-44450" y="17970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6" name="Oval 95">
            <a:extLst>
              <a:ext uri="{FF2B5EF4-FFF2-40B4-BE49-F238E27FC236}">
                <a16:creationId xmlns:a16="http://schemas.microsoft.com/office/drawing/2014/main" id="{8D09CAB2-FE58-4A9C-B95B-35B5EAFF6F0C}"/>
              </a:ext>
            </a:extLst>
          </p:cNvPr>
          <p:cNvSpPr/>
          <p:nvPr/>
        </p:nvSpPr>
        <p:spPr>
          <a:xfrm>
            <a:off x="217623" y="177830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5" name="Oval 94">
            <a:extLst>
              <a:ext uri="{FF2B5EF4-FFF2-40B4-BE49-F238E27FC236}">
                <a16:creationId xmlns:a16="http://schemas.microsoft.com/office/drawing/2014/main" id="{0F7A780A-99C3-4AB6-ACAD-27ECD5F48389}"/>
              </a:ext>
            </a:extLst>
          </p:cNvPr>
          <p:cNvSpPr/>
          <p:nvPr/>
        </p:nvSpPr>
        <p:spPr>
          <a:xfrm>
            <a:off x="474360" y="172245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4" name="Oval 93">
            <a:extLst>
              <a:ext uri="{FF2B5EF4-FFF2-40B4-BE49-F238E27FC236}">
                <a16:creationId xmlns:a16="http://schemas.microsoft.com/office/drawing/2014/main" id="{38053378-4EF2-42EF-B788-0A76D6E310F5}"/>
              </a:ext>
            </a:extLst>
          </p:cNvPr>
          <p:cNvSpPr/>
          <p:nvPr/>
        </p:nvSpPr>
        <p:spPr>
          <a:xfrm>
            <a:off x="720537" y="16306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3" name="Oval 92">
            <a:extLst>
              <a:ext uri="{FF2B5EF4-FFF2-40B4-BE49-F238E27FC236}">
                <a16:creationId xmlns:a16="http://schemas.microsoft.com/office/drawing/2014/main" id="{DD4C8B56-091A-4495-9B02-CFB13604F294}"/>
              </a:ext>
            </a:extLst>
          </p:cNvPr>
          <p:cNvSpPr/>
          <p:nvPr/>
        </p:nvSpPr>
        <p:spPr>
          <a:xfrm>
            <a:off x="951140" y="1504718"/>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2" name="Oval 91">
            <a:extLst>
              <a:ext uri="{FF2B5EF4-FFF2-40B4-BE49-F238E27FC236}">
                <a16:creationId xmlns:a16="http://schemas.microsoft.com/office/drawing/2014/main" id="{E35F2243-B3FC-455E-AA01-3A13D3418463}"/>
              </a:ext>
            </a:extLst>
          </p:cNvPr>
          <p:cNvSpPr/>
          <p:nvPr/>
        </p:nvSpPr>
        <p:spPr>
          <a:xfrm>
            <a:off x="1161476" y="134726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1" name="Oval 90">
            <a:extLst>
              <a:ext uri="{FF2B5EF4-FFF2-40B4-BE49-F238E27FC236}">
                <a16:creationId xmlns:a16="http://schemas.microsoft.com/office/drawing/2014/main" id="{064A6E11-FA49-44EE-B7A2-892005C147D0}"/>
              </a:ext>
            </a:extLst>
          </p:cNvPr>
          <p:cNvSpPr/>
          <p:nvPr/>
        </p:nvSpPr>
        <p:spPr>
          <a:xfrm>
            <a:off x="1347263" y="116147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0" name="Oval 89">
            <a:extLst>
              <a:ext uri="{FF2B5EF4-FFF2-40B4-BE49-F238E27FC236}">
                <a16:creationId xmlns:a16="http://schemas.microsoft.com/office/drawing/2014/main" id="{CC28DD41-AC44-4C2C-B752-A18D67432A61}"/>
              </a:ext>
            </a:extLst>
          </p:cNvPr>
          <p:cNvSpPr/>
          <p:nvPr/>
        </p:nvSpPr>
        <p:spPr>
          <a:xfrm>
            <a:off x="1504718" y="95114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9" name="Oval 88">
            <a:extLst>
              <a:ext uri="{FF2B5EF4-FFF2-40B4-BE49-F238E27FC236}">
                <a16:creationId xmlns:a16="http://schemas.microsoft.com/office/drawing/2014/main" id="{C8BDAA8E-C162-4CAE-9BBE-D023B8615E5E}"/>
              </a:ext>
            </a:extLst>
          </p:cNvPr>
          <p:cNvSpPr/>
          <p:nvPr/>
        </p:nvSpPr>
        <p:spPr>
          <a:xfrm>
            <a:off x="1630637" y="7205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8" name="Oval 87">
            <a:extLst>
              <a:ext uri="{FF2B5EF4-FFF2-40B4-BE49-F238E27FC236}">
                <a16:creationId xmlns:a16="http://schemas.microsoft.com/office/drawing/2014/main" id="{DEBDD31E-6802-4494-80A3-DD688811FD2E}"/>
              </a:ext>
            </a:extLst>
          </p:cNvPr>
          <p:cNvSpPr/>
          <p:nvPr/>
        </p:nvSpPr>
        <p:spPr>
          <a:xfrm>
            <a:off x="1722456" y="47436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7" name="Oval 86">
            <a:extLst>
              <a:ext uri="{FF2B5EF4-FFF2-40B4-BE49-F238E27FC236}">
                <a16:creationId xmlns:a16="http://schemas.microsoft.com/office/drawing/2014/main" id="{FE436D13-6104-459A-B1D8-646DADF22C4D}"/>
              </a:ext>
            </a:extLst>
          </p:cNvPr>
          <p:cNvSpPr/>
          <p:nvPr/>
        </p:nvSpPr>
        <p:spPr>
          <a:xfrm>
            <a:off x="1778306" y="21762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6" name="Oval 85">
            <a:extLst>
              <a:ext uri="{FF2B5EF4-FFF2-40B4-BE49-F238E27FC236}">
                <a16:creationId xmlns:a16="http://schemas.microsoft.com/office/drawing/2014/main" id="{4F559AA6-89B6-4BA6-8B82-14442A93F3ED}"/>
              </a:ext>
            </a:extLst>
          </p:cNvPr>
          <p:cNvSpPr/>
          <p:nvPr/>
        </p:nvSpPr>
        <p:spPr>
          <a:xfrm>
            <a:off x="1797050" y="-444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5" name="Oval 84">
            <a:extLst>
              <a:ext uri="{FF2B5EF4-FFF2-40B4-BE49-F238E27FC236}">
                <a16:creationId xmlns:a16="http://schemas.microsoft.com/office/drawing/2014/main" id="{CA246212-3A3F-48F8-A928-D4355E5ED3A5}"/>
              </a:ext>
            </a:extLst>
          </p:cNvPr>
          <p:cNvSpPr/>
          <p:nvPr/>
        </p:nvSpPr>
        <p:spPr>
          <a:xfrm>
            <a:off x="-34925" y="136207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4" name="Oval 83">
            <a:extLst>
              <a:ext uri="{FF2B5EF4-FFF2-40B4-BE49-F238E27FC236}">
                <a16:creationId xmlns:a16="http://schemas.microsoft.com/office/drawing/2014/main" id="{D8A96D75-80B5-4EDC-A8BF-84E184455A78}"/>
              </a:ext>
            </a:extLst>
          </p:cNvPr>
          <p:cNvSpPr/>
          <p:nvPr/>
        </p:nvSpPr>
        <p:spPr>
          <a:xfrm>
            <a:off x="237616" y="1335232"/>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E039E0C1-D132-4DBD-AA64-6E01AEEB850F}"/>
              </a:ext>
            </a:extLst>
          </p:cNvPr>
          <p:cNvSpPr/>
          <p:nvPr/>
        </p:nvSpPr>
        <p:spPr>
          <a:xfrm>
            <a:off x="499684" y="125573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2" name="Oval 81">
            <a:extLst>
              <a:ext uri="{FF2B5EF4-FFF2-40B4-BE49-F238E27FC236}">
                <a16:creationId xmlns:a16="http://schemas.microsoft.com/office/drawing/2014/main" id="{8CC14838-E919-4BEB-AA62-CDA548F61919}"/>
              </a:ext>
            </a:extLst>
          </p:cNvPr>
          <p:cNvSpPr/>
          <p:nvPr/>
        </p:nvSpPr>
        <p:spPr>
          <a:xfrm>
            <a:off x="741207" y="1126638"/>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54D9B91D-B1C1-4D72-93E8-072CDE61A137}"/>
              </a:ext>
            </a:extLst>
          </p:cNvPr>
          <p:cNvSpPr/>
          <p:nvPr/>
        </p:nvSpPr>
        <p:spPr>
          <a:xfrm>
            <a:off x="952903" y="952903"/>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39B1ACDA-BD47-4F4B-B642-A5EFBD445613}"/>
              </a:ext>
            </a:extLst>
          </p:cNvPr>
          <p:cNvSpPr/>
          <p:nvPr/>
        </p:nvSpPr>
        <p:spPr>
          <a:xfrm>
            <a:off x="1126638" y="741207"/>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9" name="Oval 78">
            <a:extLst>
              <a:ext uri="{FF2B5EF4-FFF2-40B4-BE49-F238E27FC236}">
                <a16:creationId xmlns:a16="http://schemas.microsoft.com/office/drawing/2014/main" id="{60853017-44DD-419B-B3C0-1A06B4E6583C}"/>
              </a:ext>
            </a:extLst>
          </p:cNvPr>
          <p:cNvSpPr/>
          <p:nvPr/>
        </p:nvSpPr>
        <p:spPr>
          <a:xfrm>
            <a:off x="1255735" y="499684"/>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18E117F9-34A3-452A-84C6-05530574DF8E}"/>
              </a:ext>
            </a:extLst>
          </p:cNvPr>
          <p:cNvSpPr/>
          <p:nvPr/>
        </p:nvSpPr>
        <p:spPr>
          <a:xfrm>
            <a:off x="1335232" y="237616"/>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3192CB0D-2415-4DF9-A78A-7B4FAF721A32}"/>
              </a:ext>
            </a:extLst>
          </p:cNvPr>
          <p:cNvSpPr/>
          <p:nvPr/>
        </p:nvSpPr>
        <p:spPr>
          <a:xfrm>
            <a:off x="1362075" y="-3492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96036A7D-23CC-45E6-A25D-C09CE1930556}"/>
              </a:ext>
            </a:extLst>
          </p:cNvPr>
          <p:cNvSpPr/>
          <p:nvPr/>
        </p:nvSpPr>
        <p:spPr>
          <a:xfrm>
            <a:off x="-25400" y="9271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5" name="Oval 74">
            <a:extLst>
              <a:ext uri="{FF2B5EF4-FFF2-40B4-BE49-F238E27FC236}">
                <a16:creationId xmlns:a16="http://schemas.microsoft.com/office/drawing/2014/main" id="{234080C2-BDCD-41F4-95AC-C901199B449B}"/>
              </a:ext>
            </a:extLst>
          </p:cNvPr>
          <p:cNvSpPr/>
          <p:nvPr/>
        </p:nvSpPr>
        <p:spPr>
          <a:xfrm>
            <a:off x="268939" y="880481"/>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4" name="Oval 73">
            <a:extLst>
              <a:ext uri="{FF2B5EF4-FFF2-40B4-BE49-F238E27FC236}">
                <a16:creationId xmlns:a16="http://schemas.microsoft.com/office/drawing/2014/main" id="{7F9D34C2-5DBB-40EF-829F-C2287E7005F4}"/>
              </a:ext>
            </a:extLst>
          </p:cNvPr>
          <p:cNvSpPr/>
          <p:nvPr/>
        </p:nvSpPr>
        <p:spPr>
          <a:xfrm>
            <a:off x="534465" y="74518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3" name="Oval 72">
            <a:extLst>
              <a:ext uri="{FF2B5EF4-FFF2-40B4-BE49-F238E27FC236}">
                <a16:creationId xmlns:a16="http://schemas.microsoft.com/office/drawing/2014/main" id="{C1985B6A-8918-4674-9B10-D34E0B757882}"/>
              </a:ext>
            </a:extLst>
          </p:cNvPr>
          <p:cNvSpPr/>
          <p:nvPr/>
        </p:nvSpPr>
        <p:spPr>
          <a:xfrm>
            <a:off x="745189" y="534465"/>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2" name="Oval 71">
            <a:extLst>
              <a:ext uri="{FF2B5EF4-FFF2-40B4-BE49-F238E27FC236}">
                <a16:creationId xmlns:a16="http://schemas.microsoft.com/office/drawing/2014/main" id="{4548954B-7F53-41E6-858C-F721C5F6B3F0}"/>
              </a:ext>
            </a:extLst>
          </p:cNvPr>
          <p:cNvSpPr/>
          <p:nvPr/>
        </p:nvSpPr>
        <p:spPr>
          <a:xfrm>
            <a:off x="880481" y="26893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1" name="Oval 70">
            <a:extLst>
              <a:ext uri="{FF2B5EF4-FFF2-40B4-BE49-F238E27FC236}">
                <a16:creationId xmlns:a16="http://schemas.microsoft.com/office/drawing/2014/main" id="{1A46233B-5680-46FC-A0A8-8225D6D1871D}"/>
              </a:ext>
            </a:extLst>
          </p:cNvPr>
          <p:cNvSpPr/>
          <p:nvPr/>
        </p:nvSpPr>
        <p:spPr>
          <a:xfrm>
            <a:off x="927100" y="-254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0DCAF08B-E831-4135-87DB-A8AC9356AF0C}"/>
              </a:ext>
            </a:extLst>
          </p:cNvPr>
          <p:cNvSpPr/>
          <p:nvPr/>
        </p:nvSpPr>
        <p:spPr>
          <a:xfrm>
            <a:off x="-15875" y="49212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9" name="Oval 68">
            <a:extLst>
              <a:ext uri="{FF2B5EF4-FFF2-40B4-BE49-F238E27FC236}">
                <a16:creationId xmlns:a16="http://schemas.microsoft.com/office/drawing/2014/main" id="{C3E376A2-3FB2-4A34-8D71-C84048A7461E}"/>
              </a:ext>
            </a:extLst>
          </p:cNvPr>
          <p:cNvSpPr/>
          <p:nvPr/>
        </p:nvSpPr>
        <p:spPr>
          <a:xfrm>
            <a:off x="343335" y="34333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8" name="Oval 67">
            <a:extLst>
              <a:ext uri="{FF2B5EF4-FFF2-40B4-BE49-F238E27FC236}">
                <a16:creationId xmlns:a16="http://schemas.microsoft.com/office/drawing/2014/main" id="{5D56F6A1-6438-4398-AD37-91E4CAB428F5}"/>
              </a:ext>
            </a:extLst>
          </p:cNvPr>
          <p:cNvSpPr/>
          <p:nvPr/>
        </p:nvSpPr>
        <p:spPr>
          <a:xfrm>
            <a:off x="492125" y="-1587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554BE25E-C899-4F17-B13F-08F98C12633E}"/>
              </a:ext>
            </a:extLst>
          </p:cNvPr>
          <p:cNvSpPr/>
          <p:nvPr/>
        </p:nvSpPr>
        <p:spPr>
          <a:xfrm>
            <a:off x="12138025" y="4518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7A326686-87EA-49F1-A8ED-6273E7A92656}"/>
              </a:ext>
            </a:extLst>
          </p:cNvPr>
          <p:cNvSpPr/>
          <p:nvPr/>
        </p:nvSpPr>
        <p:spPr>
          <a:xfrm>
            <a:off x="11882074" y="453239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FE34B618-0267-42C1-BD7A-F24DD3347AAF}"/>
              </a:ext>
            </a:extLst>
          </p:cNvPr>
          <p:cNvSpPr/>
          <p:nvPr/>
        </p:nvSpPr>
        <p:spPr>
          <a:xfrm>
            <a:off x="11629342" y="457534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9A01FE73-B701-4A56-9AF7-EB8628BC1C34}"/>
              </a:ext>
            </a:extLst>
          </p:cNvPr>
          <p:cNvSpPr/>
          <p:nvPr/>
        </p:nvSpPr>
        <p:spPr>
          <a:xfrm>
            <a:off x="11383007" y="464630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7D7D0FC2-A3BA-4DC3-9AA5-2E09853939CC}"/>
              </a:ext>
            </a:extLst>
          </p:cNvPr>
          <p:cNvSpPr/>
          <p:nvPr/>
        </p:nvSpPr>
        <p:spPr>
          <a:xfrm>
            <a:off x="11146167" y="474441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B3D37DB5-2A9D-4EF5-A2F6-178688467D57}"/>
              </a:ext>
            </a:extLst>
          </p:cNvPr>
          <p:cNvSpPr/>
          <p:nvPr/>
        </p:nvSpPr>
        <p:spPr>
          <a:xfrm>
            <a:off x="10921800" y="4868413"/>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BB61EC4A-9118-4FDF-A6DA-40FED8A3061C}"/>
              </a:ext>
            </a:extLst>
          </p:cNvPr>
          <p:cNvSpPr/>
          <p:nvPr/>
        </p:nvSpPr>
        <p:spPr>
          <a:xfrm>
            <a:off x="10712728" y="501675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0" name="Oval 59">
            <a:extLst>
              <a:ext uri="{FF2B5EF4-FFF2-40B4-BE49-F238E27FC236}">
                <a16:creationId xmlns:a16="http://schemas.microsoft.com/office/drawing/2014/main" id="{50E93286-94A8-4169-8CD2-CC28E613BC1D}"/>
              </a:ext>
            </a:extLst>
          </p:cNvPr>
          <p:cNvSpPr/>
          <p:nvPr/>
        </p:nvSpPr>
        <p:spPr>
          <a:xfrm>
            <a:off x="10521579" y="518757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2625AFF9-C0FA-439A-B491-C3DFD99E2D8A}"/>
              </a:ext>
            </a:extLst>
          </p:cNvPr>
          <p:cNvSpPr/>
          <p:nvPr/>
        </p:nvSpPr>
        <p:spPr>
          <a:xfrm>
            <a:off x="10350758" y="537872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8" name="Oval 57">
            <a:extLst>
              <a:ext uri="{FF2B5EF4-FFF2-40B4-BE49-F238E27FC236}">
                <a16:creationId xmlns:a16="http://schemas.microsoft.com/office/drawing/2014/main" id="{8079E7D5-143D-4FAA-BF23-C0AFB7751A9F}"/>
              </a:ext>
            </a:extLst>
          </p:cNvPr>
          <p:cNvSpPr/>
          <p:nvPr/>
        </p:nvSpPr>
        <p:spPr>
          <a:xfrm>
            <a:off x="10202414" y="558780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7" name="Oval 56">
            <a:extLst>
              <a:ext uri="{FF2B5EF4-FFF2-40B4-BE49-F238E27FC236}">
                <a16:creationId xmlns:a16="http://schemas.microsoft.com/office/drawing/2014/main" id="{F07BDDB3-FC97-4EDD-9D9E-DE8963A22473}"/>
              </a:ext>
            </a:extLst>
          </p:cNvPr>
          <p:cNvSpPr/>
          <p:nvPr/>
        </p:nvSpPr>
        <p:spPr>
          <a:xfrm>
            <a:off x="10078410" y="581216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E7DD11E7-3B18-4291-8ADD-3593F49D3181}"/>
              </a:ext>
            </a:extLst>
          </p:cNvPr>
          <p:cNvSpPr/>
          <p:nvPr/>
        </p:nvSpPr>
        <p:spPr>
          <a:xfrm>
            <a:off x="9980308" y="604900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5" name="Oval 54">
            <a:extLst>
              <a:ext uri="{FF2B5EF4-FFF2-40B4-BE49-F238E27FC236}">
                <a16:creationId xmlns:a16="http://schemas.microsoft.com/office/drawing/2014/main" id="{437F97FD-89D5-4DD9-A1FF-434AA82F44D0}"/>
              </a:ext>
            </a:extLst>
          </p:cNvPr>
          <p:cNvSpPr/>
          <p:nvPr/>
        </p:nvSpPr>
        <p:spPr>
          <a:xfrm>
            <a:off x="9909340" y="6295342"/>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4" name="Oval 53">
            <a:extLst>
              <a:ext uri="{FF2B5EF4-FFF2-40B4-BE49-F238E27FC236}">
                <a16:creationId xmlns:a16="http://schemas.microsoft.com/office/drawing/2014/main" id="{ADF3F0E3-64F9-4AC4-9282-116EAE163317}"/>
              </a:ext>
            </a:extLst>
          </p:cNvPr>
          <p:cNvSpPr/>
          <p:nvPr/>
        </p:nvSpPr>
        <p:spPr>
          <a:xfrm>
            <a:off x="9866399" y="6548074"/>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179FD40A-123C-491D-9916-0F7B48BF1C13}"/>
              </a:ext>
            </a:extLst>
          </p:cNvPr>
          <p:cNvSpPr/>
          <p:nvPr/>
        </p:nvSpPr>
        <p:spPr>
          <a:xfrm>
            <a:off x="9852025" y="6804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75ACD1A1-E253-4510-95C4-8CC8654272B9}"/>
              </a:ext>
            </a:extLst>
          </p:cNvPr>
          <p:cNvSpPr/>
          <p:nvPr/>
        </p:nvSpPr>
        <p:spPr>
          <a:xfrm>
            <a:off x="12147550" y="49720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FCD9B7D0-5D4E-4AE6-8261-E8ACCA48712F}"/>
              </a:ext>
            </a:extLst>
          </p:cNvPr>
          <p:cNvSpPr/>
          <p:nvPr/>
        </p:nvSpPr>
        <p:spPr>
          <a:xfrm>
            <a:off x="11885477" y="499079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6D90B710-A4D9-49BD-9409-794070B36A4B}"/>
              </a:ext>
            </a:extLst>
          </p:cNvPr>
          <p:cNvSpPr/>
          <p:nvPr/>
        </p:nvSpPr>
        <p:spPr>
          <a:xfrm>
            <a:off x="11628740" y="504664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AEE79522-F1B7-4E1B-AC9C-0C0A0BB398AD}"/>
              </a:ext>
            </a:extLst>
          </p:cNvPr>
          <p:cNvSpPr/>
          <p:nvPr/>
        </p:nvSpPr>
        <p:spPr>
          <a:xfrm>
            <a:off x="11382563" y="51384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63B023DC-E93A-4EB1-8955-FB232835E37A}"/>
              </a:ext>
            </a:extLst>
          </p:cNvPr>
          <p:cNvSpPr/>
          <p:nvPr/>
        </p:nvSpPr>
        <p:spPr>
          <a:xfrm>
            <a:off x="11151960" y="5264382"/>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41C54831-D569-433D-9F7F-025F7042A002}"/>
              </a:ext>
            </a:extLst>
          </p:cNvPr>
          <p:cNvSpPr/>
          <p:nvPr/>
        </p:nvSpPr>
        <p:spPr>
          <a:xfrm>
            <a:off x="10941624" y="542183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46608E45-158C-4372-9F5C-1FAC4B049733}"/>
              </a:ext>
            </a:extLst>
          </p:cNvPr>
          <p:cNvSpPr/>
          <p:nvPr/>
        </p:nvSpPr>
        <p:spPr>
          <a:xfrm>
            <a:off x="10755837" y="560762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E463A35B-A8E8-4061-B25E-E10CEC4D463F}"/>
              </a:ext>
            </a:extLst>
          </p:cNvPr>
          <p:cNvSpPr/>
          <p:nvPr/>
        </p:nvSpPr>
        <p:spPr>
          <a:xfrm>
            <a:off x="10598382" y="581796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EDBCAE78-6E39-4200-B2FA-4EF08AAC99BD}"/>
              </a:ext>
            </a:extLst>
          </p:cNvPr>
          <p:cNvSpPr/>
          <p:nvPr/>
        </p:nvSpPr>
        <p:spPr>
          <a:xfrm>
            <a:off x="10472462" y="60485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F8B59D6F-AA0E-4469-A58F-F258CE852926}"/>
              </a:ext>
            </a:extLst>
          </p:cNvPr>
          <p:cNvSpPr/>
          <p:nvPr/>
        </p:nvSpPr>
        <p:spPr>
          <a:xfrm>
            <a:off x="10380644" y="6294739"/>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CEA86E75-A22B-4472-A066-DC66277F7019}"/>
              </a:ext>
            </a:extLst>
          </p:cNvPr>
          <p:cNvSpPr/>
          <p:nvPr/>
        </p:nvSpPr>
        <p:spPr>
          <a:xfrm>
            <a:off x="10324794" y="655147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8867198E-8EA0-46C2-9F75-2DBFBD6518FA}"/>
              </a:ext>
            </a:extLst>
          </p:cNvPr>
          <p:cNvSpPr/>
          <p:nvPr/>
        </p:nvSpPr>
        <p:spPr>
          <a:xfrm>
            <a:off x="10306050" y="68135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54D8272A-A36D-4A98-9D0D-C5C77A24D3EA}"/>
              </a:ext>
            </a:extLst>
          </p:cNvPr>
          <p:cNvSpPr/>
          <p:nvPr/>
        </p:nvSpPr>
        <p:spPr>
          <a:xfrm>
            <a:off x="12157075" y="5426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AC11CF53-C26D-4126-9C51-74FADD0541E7}"/>
              </a:ext>
            </a:extLst>
          </p:cNvPr>
          <p:cNvSpPr/>
          <p:nvPr/>
        </p:nvSpPr>
        <p:spPr>
          <a:xfrm>
            <a:off x="11884533" y="5452918"/>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9DD5BB4B-E428-4B09-B0D6-1FA8601BCA33}"/>
              </a:ext>
            </a:extLst>
          </p:cNvPr>
          <p:cNvSpPr/>
          <p:nvPr/>
        </p:nvSpPr>
        <p:spPr>
          <a:xfrm>
            <a:off x="11622467" y="553241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8E40990D-5D90-49C5-A184-C5FBCC4F8A0C}"/>
              </a:ext>
            </a:extLst>
          </p:cNvPr>
          <p:cNvSpPr/>
          <p:nvPr/>
        </p:nvSpPr>
        <p:spPr>
          <a:xfrm>
            <a:off x="11380943" y="5661512"/>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2444B61A-2AC5-46BE-8B93-EEBE544C3A61}"/>
              </a:ext>
            </a:extLst>
          </p:cNvPr>
          <p:cNvSpPr/>
          <p:nvPr/>
        </p:nvSpPr>
        <p:spPr>
          <a:xfrm>
            <a:off x="11169247" y="5835247"/>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ABCB1F41-C263-4BDB-B389-62C398A9A146}"/>
              </a:ext>
            </a:extLst>
          </p:cNvPr>
          <p:cNvSpPr/>
          <p:nvPr/>
        </p:nvSpPr>
        <p:spPr>
          <a:xfrm>
            <a:off x="10995512" y="604694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8002C873-AD22-4767-9898-98036C3BE0AB}"/>
              </a:ext>
            </a:extLst>
          </p:cNvPr>
          <p:cNvSpPr/>
          <p:nvPr/>
        </p:nvSpPr>
        <p:spPr>
          <a:xfrm>
            <a:off x="10866415" y="6288466"/>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E5AEC859-D747-4B39-B97D-5E29336CB050}"/>
              </a:ext>
            </a:extLst>
          </p:cNvPr>
          <p:cNvSpPr/>
          <p:nvPr/>
        </p:nvSpPr>
        <p:spPr>
          <a:xfrm>
            <a:off x="10786918" y="655053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40A37E98-E02B-474E-BB24-36891EEA4349}"/>
              </a:ext>
            </a:extLst>
          </p:cNvPr>
          <p:cNvSpPr/>
          <p:nvPr/>
        </p:nvSpPr>
        <p:spPr>
          <a:xfrm>
            <a:off x="10760075" y="6823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10AE749E-A890-4185-8FA8-31A122F9E7C6}"/>
              </a:ext>
            </a:extLst>
          </p:cNvPr>
          <p:cNvSpPr/>
          <p:nvPr/>
        </p:nvSpPr>
        <p:spPr>
          <a:xfrm>
            <a:off x="12166600" y="58801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E5DCE2BE-381D-429A-AD17-58382F22BB7C}"/>
              </a:ext>
            </a:extLst>
          </p:cNvPr>
          <p:cNvSpPr/>
          <p:nvPr/>
        </p:nvSpPr>
        <p:spPr>
          <a:xfrm>
            <a:off x="11872261" y="5926719"/>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E1E29545-2392-40EE-A90A-E6DFC6EF2ED8}"/>
              </a:ext>
            </a:extLst>
          </p:cNvPr>
          <p:cNvSpPr/>
          <p:nvPr/>
        </p:nvSpPr>
        <p:spPr>
          <a:xfrm>
            <a:off x="11606734" y="606201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5AAD3AA4-9FA4-4B7A-A376-3812533E905E}"/>
              </a:ext>
            </a:extLst>
          </p:cNvPr>
          <p:cNvSpPr/>
          <p:nvPr/>
        </p:nvSpPr>
        <p:spPr>
          <a:xfrm>
            <a:off x="11396011" y="6272735"/>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208AC171-595F-4C3A-8B66-C9F27A0FA0D1}"/>
              </a:ext>
            </a:extLst>
          </p:cNvPr>
          <p:cNvSpPr/>
          <p:nvPr/>
        </p:nvSpPr>
        <p:spPr>
          <a:xfrm>
            <a:off x="11260719" y="653826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6D81B426-325B-4C5A-AD2D-64A87CDFDFC7}"/>
              </a:ext>
            </a:extLst>
          </p:cNvPr>
          <p:cNvSpPr/>
          <p:nvPr/>
        </p:nvSpPr>
        <p:spPr>
          <a:xfrm>
            <a:off x="11214100" y="68326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5F624018-5247-49F8-BAE9-E0DB6EA4DF46}"/>
              </a:ext>
            </a:extLst>
          </p:cNvPr>
          <p:cNvSpPr/>
          <p:nvPr/>
        </p:nvSpPr>
        <p:spPr>
          <a:xfrm>
            <a:off x="12176125" y="6334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9230100D-3258-49BC-B17A-9AA3B2FCF0D0}"/>
              </a:ext>
            </a:extLst>
          </p:cNvPr>
          <p:cNvSpPr/>
          <p:nvPr/>
        </p:nvSpPr>
        <p:spPr>
          <a:xfrm>
            <a:off x="11816914" y="6482915"/>
            <a:ext cx="31750" cy="31749"/>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F66F47F8-E151-4B70-B737-E362556C7A59}"/>
              </a:ext>
            </a:extLst>
          </p:cNvPr>
          <p:cNvSpPr/>
          <p:nvPr/>
        </p:nvSpPr>
        <p:spPr>
          <a:xfrm>
            <a:off x="11668125" y="6842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TextBox 1"/>
          <p:cNvSpPr txBox="1"/>
          <p:nvPr/>
        </p:nvSpPr>
        <p:spPr>
          <a:xfrm>
            <a:off x="731520" y="457200"/>
            <a:ext cx="10698480" cy="731520"/>
          </a:xfrm>
          <a:prstGeom prst="rect">
            <a:avLst/>
          </a:prstGeom>
          <a:noFill/>
        </p:spPr>
        <p:txBody>
          <a:bodyPr wrap="square" lIns="45720" rIns="45720">
            <a:spAutoFit/>
          </a:bodyPr>
          <a:lstStyle/>
          <a:p>
            <a:pPr algn="l">
              <a:spcAft>
                <a:spcPts val="200"/>
              </a:spcAft>
            </a:pPr>
            <a:r>
              <a:rPr sz="1200" b="1" i="0">
                <a:solidFill>
                  <a:srgbClr val="00A5A3"/>
                </a:solidFill>
                <a:latin typeface="Manrope"/>
              </a:rPr>
              <a:t>03. GLOBAL IMPACT IN NUMBERS</a:t>
            </a:r>
          </a:p>
          <a:p>
            <a:pPr algn="l"/>
            <a:r>
              <a:rPr sz="2200" b="1" i="0">
                <a:solidFill>
                  <a:srgbClr val="004B4E"/>
                </a:solidFill>
                <a:latin typeface="Manrope"/>
              </a:rPr>
              <a:t>Scale, Connections, and Global Credibility</a:t>
            </a:r>
          </a:p>
        </p:txBody>
      </p:sp>
      <p:sp>
        <p:nvSpPr>
          <p:cNvPr id="3" name="Rectangle 2"/>
          <p:cNvSpPr/>
          <p:nvPr/>
        </p:nvSpPr>
        <p:spPr>
          <a:xfrm>
            <a:off x="731520" y="1463040"/>
            <a:ext cx="2011680" cy="210312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645920"/>
            <a:ext cx="1737360" cy="1737360"/>
          </a:xfrm>
          <a:prstGeom prst="rect">
            <a:avLst/>
          </a:prstGeom>
          <a:noFill/>
        </p:spPr>
        <p:txBody>
          <a:bodyPr wrap="square" lIns="45720" rIns="45720">
            <a:spAutoFit/>
          </a:bodyPr>
          <a:lstStyle/>
          <a:p>
            <a:pPr algn="l"/>
            <a:r>
              <a:rPr sz="2000" b="1" i="0">
                <a:solidFill>
                  <a:srgbClr val="00A5A3"/>
                </a:solidFill>
                <a:latin typeface="Manrope"/>
              </a:rPr>
              <a:t>500+
</a:t>
            </a:r>
          </a:p>
          <a:p>
            <a:pPr algn="l"/>
            <a:r>
              <a:rPr sz="1100" b="1" i="0">
                <a:solidFill>
                  <a:srgbClr val="004B4E"/>
                </a:solidFill>
                <a:latin typeface="Manrope"/>
              </a:rPr>
              <a:t>Events Executed
</a:t>
            </a:r>
          </a:p>
          <a:p>
            <a:pPr algn="l">
              <a:lnSpc>
                <a:spcPct val="120000"/>
              </a:lnSpc>
            </a:pPr>
            <a:r>
              <a:rPr sz="900" b="0" i="0">
                <a:solidFill>
                  <a:srgbClr val="3C3C3C"/>
                </a:solidFill>
                <a:latin typeface="Manrope"/>
              </a:rPr>
              <a:t>From highly targeted roundtables to 10k+ attendee summits.</a:t>
            </a:r>
          </a:p>
        </p:txBody>
      </p:sp>
      <p:sp>
        <p:nvSpPr>
          <p:cNvPr id="5" name="Rectangle 4"/>
          <p:cNvSpPr/>
          <p:nvPr/>
        </p:nvSpPr>
        <p:spPr>
          <a:xfrm>
            <a:off x="2907791" y="1463040"/>
            <a:ext cx="2011680" cy="210312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044951" y="1645920"/>
            <a:ext cx="1737360" cy="1737360"/>
          </a:xfrm>
          <a:prstGeom prst="rect">
            <a:avLst/>
          </a:prstGeom>
          <a:noFill/>
        </p:spPr>
        <p:txBody>
          <a:bodyPr wrap="square" lIns="45720" rIns="45720">
            <a:spAutoFit/>
          </a:bodyPr>
          <a:lstStyle/>
          <a:p>
            <a:pPr algn="l"/>
            <a:r>
              <a:rPr sz="2000" b="1" i="0">
                <a:solidFill>
                  <a:srgbClr val="00A5A3"/>
                </a:solidFill>
                <a:latin typeface="Manrope"/>
              </a:rPr>
              <a:t>250,000+
</a:t>
            </a:r>
          </a:p>
          <a:p>
            <a:pPr algn="l"/>
            <a:r>
              <a:rPr sz="1100" b="1" i="0">
                <a:solidFill>
                  <a:srgbClr val="004B4E"/>
                </a:solidFill>
                <a:latin typeface="Manrope"/>
              </a:rPr>
              <a:t>Attendees Hosted
</a:t>
            </a:r>
          </a:p>
          <a:p>
            <a:pPr algn="l">
              <a:lnSpc>
                <a:spcPct val="120000"/>
              </a:lnSpc>
            </a:pPr>
            <a:r>
              <a:rPr sz="900" b="0" i="0">
                <a:solidFill>
                  <a:srgbClr val="3C3C3C"/>
                </a:solidFill>
                <a:latin typeface="Manrope"/>
              </a:rPr>
              <a:t>Engaging senior executives, tech pioneers, and buyers.</a:t>
            </a:r>
          </a:p>
        </p:txBody>
      </p:sp>
      <p:sp>
        <p:nvSpPr>
          <p:cNvPr id="7" name="Rectangle 6"/>
          <p:cNvSpPr/>
          <p:nvPr/>
        </p:nvSpPr>
        <p:spPr>
          <a:xfrm>
            <a:off x="5084064" y="1463040"/>
            <a:ext cx="2011680" cy="210312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21224" y="1645920"/>
            <a:ext cx="1737360" cy="1737360"/>
          </a:xfrm>
          <a:prstGeom prst="rect">
            <a:avLst/>
          </a:prstGeom>
          <a:noFill/>
        </p:spPr>
        <p:txBody>
          <a:bodyPr wrap="square" lIns="45720" rIns="45720">
            <a:spAutoFit/>
          </a:bodyPr>
          <a:lstStyle/>
          <a:p>
            <a:pPr algn="l"/>
            <a:r>
              <a:rPr sz="2000" b="1" i="0">
                <a:solidFill>
                  <a:srgbClr val="00A5A3"/>
                </a:solidFill>
                <a:latin typeface="Manrope"/>
              </a:rPr>
              <a:t>1M+
</a:t>
            </a:r>
          </a:p>
          <a:p>
            <a:pPr algn="l"/>
            <a:r>
              <a:rPr sz="1100" b="1" i="0">
                <a:solidFill>
                  <a:srgbClr val="004B4E"/>
                </a:solidFill>
                <a:latin typeface="Manrope"/>
              </a:rPr>
              <a:t>Connections Facilitated
</a:t>
            </a:r>
          </a:p>
          <a:p>
            <a:pPr algn="l">
              <a:lnSpc>
                <a:spcPct val="120000"/>
              </a:lnSpc>
            </a:pPr>
            <a:r>
              <a:rPr sz="900" b="0" i="0">
                <a:solidFill>
                  <a:srgbClr val="3C3C3C"/>
                </a:solidFill>
                <a:latin typeface="Manrope"/>
              </a:rPr>
              <a:t>High-value business matches across global platforms.</a:t>
            </a:r>
          </a:p>
        </p:txBody>
      </p:sp>
      <p:sp>
        <p:nvSpPr>
          <p:cNvPr id="9" name="Rectangle 8"/>
          <p:cNvSpPr/>
          <p:nvPr/>
        </p:nvSpPr>
        <p:spPr>
          <a:xfrm>
            <a:off x="7260336" y="1463040"/>
            <a:ext cx="2011680" cy="210312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97496" y="1645920"/>
            <a:ext cx="1737360" cy="1737360"/>
          </a:xfrm>
          <a:prstGeom prst="rect">
            <a:avLst/>
          </a:prstGeom>
          <a:noFill/>
        </p:spPr>
        <p:txBody>
          <a:bodyPr wrap="square" lIns="45720" rIns="45720">
            <a:spAutoFit/>
          </a:bodyPr>
          <a:lstStyle/>
          <a:p>
            <a:pPr algn="l"/>
            <a:r>
              <a:rPr sz="2000" b="1" i="0">
                <a:solidFill>
                  <a:srgbClr val="00A5A3"/>
                </a:solidFill>
                <a:latin typeface="Manrope"/>
              </a:rPr>
              <a:t>120+
</a:t>
            </a:r>
          </a:p>
          <a:p>
            <a:pPr algn="l"/>
            <a:r>
              <a:rPr sz="1100" b="1" i="0">
                <a:solidFill>
                  <a:srgbClr val="004B4E"/>
                </a:solidFill>
                <a:latin typeface="Manrope"/>
              </a:rPr>
              <a:t>Countries Represented
</a:t>
            </a:r>
          </a:p>
          <a:p>
            <a:pPr algn="l">
              <a:lnSpc>
                <a:spcPct val="120000"/>
              </a:lnSpc>
            </a:pPr>
            <a:r>
              <a:rPr sz="900" b="0" i="0">
                <a:solidFill>
                  <a:srgbClr val="3C3C3C"/>
                </a:solidFill>
                <a:latin typeface="Manrope"/>
              </a:rPr>
              <a:t>A truly global footprint across continents.</a:t>
            </a:r>
          </a:p>
        </p:txBody>
      </p:sp>
      <p:sp>
        <p:nvSpPr>
          <p:cNvPr id="11" name="Rectangle 10"/>
          <p:cNvSpPr/>
          <p:nvPr/>
        </p:nvSpPr>
        <p:spPr>
          <a:xfrm>
            <a:off x="9436608" y="1463040"/>
            <a:ext cx="2011680" cy="210312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573768" y="1645920"/>
            <a:ext cx="1737360" cy="1737360"/>
          </a:xfrm>
          <a:prstGeom prst="rect">
            <a:avLst/>
          </a:prstGeom>
          <a:noFill/>
        </p:spPr>
        <p:txBody>
          <a:bodyPr wrap="square" lIns="45720" rIns="45720">
            <a:spAutoFit/>
          </a:bodyPr>
          <a:lstStyle/>
          <a:p>
            <a:pPr algn="l"/>
            <a:r>
              <a:rPr sz="2000" b="1" i="0">
                <a:solidFill>
                  <a:srgbClr val="00A5A3"/>
                </a:solidFill>
                <a:latin typeface="Manrope"/>
              </a:rPr>
              <a:t>250+
</a:t>
            </a:r>
          </a:p>
          <a:p>
            <a:pPr algn="l"/>
            <a:r>
              <a:rPr sz="1100" b="1" i="0">
                <a:solidFill>
                  <a:srgbClr val="004B4E"/>
                </a:solidFill>
                <a:latin typeface="Manrope"/>
              </a:rPr>
              <a:t>Global Team Members
</a:t>
            </a:r>
          </a:p>
          <a:p>
            <a:pPr algn="l">
              <a:lnSpc>
                <a:spcPct val="120000"/>
              </a:lnSpc>
            </a:pPr>
            <a:r>
              <a:rPr sz="900" b="0" i="0">
                <a:solidFill>
                  <a:srgbClr val="3C3C3C"/>
                </a:solidFill>
                <a:latin typeface="Manrope"/>
              </a:rPr>
              <a:t>Dedicated professionals in our international offices.</a:t>
            </a:r>
          </a:p>
        </p:txBody>
      </p:sp>
      <p:sp>
        <p:nvSpPr>
          <p:cNvPr id="13" name="Rectangle 12"/>
          <p:cNvSpPr/>
          <p:nvPr/>
        </p:nvSpPr>
        <p:spPr>
          <a:xfrm>
            <a:off x="731520" y="3840480"/>
            <a:ext cx="2011680" cy="210312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4023360"/>
            <a:ext cx="1737360" cy="1737360"/>
          </a:xfrm>
          <a:prstGeom prst="rect">
            <a:avLst/>
          </a:prstGeom>
          <a:noFill/>
        </p:spPr>
        <p:txBody>
          <a:bodyPr wrap="square" lIns="45720" rIns="45720">
            <a:spAutoFit/>
          </a:bodyPr>
          <a:lstStyle/>
          <a:p>
            <a:pPr algn="l"/>
            <a:r>
              <a:rPr sz="2000" b="1" i="0">
                <a:solidFill>
                  <a:srgbClr val="00A5A3"/>
                </a:solidFill>
                <a:latin typeface="Manrope"/>
              </a:rPr>
              <a:t>3,000+
</a:t>
            </a:r>
          </a:p>
          <a:p>
            <a:pPr algn="l"/>
            <a:r>
              <a:rPr sz="1100" b="1" i="0">
                <a:solidFill>
                  <a:srgbClr val="004B4E"/>
                </a:solidFill>
                <a:latin typeface="Manrope"/>
              </a:rPr>
              <a:t>Speakers Featured
</a:t>
            </a:r>
          </a:p>
          <a:p>
            <a:pPr algn="l">
              <a:lnSpc>
                <a:spcPct val="120000"/>
              </a:lnSpc>
            </a:pPr>
            <a:r>
              <a:rPr sz="900" b="0" i="0">
                <a:solidFill>
                  <a:srgbClr val="3C3C3C"/>
                </a:solidFill>
                <a:latin typeface="Manrope"/>
              </a:rPr>
              <a:t>Policy-makers, global visionaries, and tech experts.</a:t>
            </a:r>
          </a:p>
        </p:txBody>
      </p:sp>
      <p:sp>
        <p:nvSpPr>
          <p:cNvPr id="15" name="Rectangle 14"/>
          <p:cNvSpPr/>
          <p:nvPr/>
        </p:nvSpPr>
        <p:spPr>
          <a:xfrm>
            <a:off x="2907791" y="3840480"/>
            <a:ext cx="2011680" cy="210312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044951" y="4023360"/>
            <a:ext cx="1737360" cy="1737360"/>
          </a:xfrm>
          <a:prstGeom prst="rect">
            <a:avLst/>
          </a:prstGeom>
          <a:noFill/>
        </p:spPr>
        <p:txBody>
          <a:bodyPr wrap="square" lIns="45720" rIns="45720">
            <a:spAutoFit/>
          </a:bodyPr>
          <a:lstStyle/>
          <a:p>
            <a:pPr algn="l"/>
            <a:r>
              <a:rPr sz="2000" b="1" i="0">
                <a:solidFill>
                  <a:srgbClr val="00A5A3"/>
                </a:solidFill>
                <a:latin typeface="Manrope"/>
              </a:rPr>
              <a:t>3,500+
</a:t>
            </a:r>
          </a:p>
          <a:p>
            <a:pPr algn="l"/>
            <a:r>
              <a:rPr sz="1100" b="1" i="0">
                <a:solidFill>
                  <a:srgbClr val="004B4E"/>
                </a:solidFill>
                <a:latin typeface="Manrope"/>
              </a:rPr>
              <a:t>Investors Engaged
</a:t>
            </a:r>
          </a:p>
          <a:p>
            <a:pPr algn="l">
              <a:lnSpc>
                <a:spcPct val="120000"/>
              </a:lnSpc>
            </a:pPr>
            <a:r>
              <a:rPr sz="900" b="0" i="0">
                <a:solidFill>
                  <a:srgbClr val="3C3C3C"/>
                </a:solidFill>
                <a:latin typeface="Manrope"/>
              </a:rPr>
              <a:t>Venture capital, angel networks, HNWIs, and funds.</a:t>
            </a:r>
          </a:p>
        </p:txBody>
      </p:sp>
      <p:sp>
        <p:nvSpPr>
          <p:cNvPr id="17" name="Rectangle 16"/>
          <p:cNvSpPr/>
          <p:nvPr/>
        </p:nvSpPr>
        <p:spPr>
          <a:xfrm>
            <a:off x="5084064" y="3840480"/>
            <a:ext cx="2011680" cy="210312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21224" y="4023360"/>
            <a:ext cx="1737360" cy="1737360"/>
          </a:xfrm>
          <a:prstGeom prst="rect">
            <a:avLst/>
          </a:prstGeom>
          <a:noFill/>
        </p:spPr>
        <p:txBody>
          <a:bodyPr wrap="square" lIns="45720" rIns="45720">
            <a:spAutoFit/>
          </a:bodyPr>
          <a:lstStyle/>
          <a:p>
            <a:pPr algn="l"/>
            <a:r>
              <a:rPr sz="2000" b="1" i="0">
                <a:solidFill>
                  <a:srgbClr val="00A5A3"/>
                </a:solidFill>
                <a:latin typeface="Manrope"/>
              </a:rPr>
              <a:t>5,000+
</a:t>
            </a:r>
          </a:p>
          <a:p>
            <a:pPr algn="l"/>
            <a:r>
              <a:rPr sz="1100" b="1" i="0">
                <a:solidFill>
                  <a:srgbClr val="004B4E"/>
                </a:solidFill>
                <a:latin typeface="Manrope"/>
              </a:rPr>
              <a:t>Exhibitors Showcased
</a:t>
            </a:r>
          </a:p>
          <a:p>
            <a:pPr algn="l">
              <a:lnSpc>
                <a:spcPct val="120000"/>
              </a:lnSpc>
            </a:pPr>
            <a:r>
              <a:rPr sz="900" b="0" i="0">
                <a:solidFill>
                  <a:srgbClr val="3C3C3C"/>
                </a:solidFill>
                <a:latin typeface="Manrope"/>
              </a:rPr>
              <a:t>Pioneering tech solution providers showing on stage.</a:t>
            </a:r>
          </a:p>
        </p:txBody>
      </p:sp>
      <p:sp>
        <p:nvSpPr>
          <p:cNvPr id="19" name="Rectangle 18"/>
          <p:cNvSpPr/>
          <p:nvPr/>
        </p:nvSpPr>
        <p:spPr>
          <a:xfrm>
            <a:off x="7260336" y="3840480"/>
            <a:ext cx="2011680" cy="210312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97496" y="4023360"/>
            <a:ext cx="1737360" cy="1737360"/>
          </a:xfrm>
          <a:prstGeom prst="rect">
            <a:avLst/>
          </a:prstGeom>
          <a:noFill/>
        </p:spPr>
        <p:txBody>
          <a:bodyPr wrap="square" lIns="45720" rIns="45720">
            <a:spAutoFit/>
          </a:bodyPr>
          <a:lstStyle/>
          <a:p>
            <a:pPr algn="l"/>
            <a:r>
              <a:rPr sz="2000" b="1" i="0">
                <a:solidFill>
                  <a:srgbClr val="00A5A3"/>
                </a:solidFill>
                <a:latin typeface="Manrope"/>
              </a:rPr>
              <a:t>100+
</a:t>
            </a:r>
          </a:p>
          <a:p>
            <a:pPr algn="l"/>
            <a:r>
              <a:rPr sz="1100" b="1" i="0">
                <a:solidFill>
                  <a:srgbClr val="004B4E"/>
                </a:solidFill>
                <a:latin typeface="Manrope"/>
              </a:rPr>
              <a:t>Govt Partnerships
</a:t>
            </a:r>
          </a:p>
          <a:p>
            <a:pPr algn="l">
              <a:lnSpc>
                <a:spcPct val="120000"/>
              </a:lnSpc>
            </a:pPr>
            <a:r>
              <a:rPr sz="900" b="0" i="0">
                <a:solidFill>
                  <a:srgbClr val="3C3C3C"/>
                </a:solidFill>
                <a:latin typeface="Manrope"/>
              </a:rPr>
              <a:t>Served or collaborated with governments worldwide.</a:t>
            </a:r>
          </a:p>
        </p:txBody>
      </p:sp>
      <p:sp>
        <p:nvSpPr>
          <p:cNvPr id="21" name="Rectangle 20"/>
          <p:cNvSpPr/>
          <p:nvPr/>
        </p:nvSpPr>
        <p:spPr>
          <a:xfrm>
            <a:off x="9436608" y="3840480"/>
            <a:ext cx="2011680" cy="210312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573768" y="4023360"/>
            <a:ext cx="1737360" cy="1737360"/>
          </a:xfrm>
          <a:prstGeom prst="rect">
            <a:avLst/>
          </a:prstGeom>
          <a:noFill/>
        </p:spPr>
        <p:txBody>
          <a:bodyPr wrap="square" lIns="45720" rIns="45720">
            <a:spAutoFit/>
          </a:bodyPr>
          <a:lstStyle/>
          <a:p>
            <a:pPr algn="l"/>
            <a:r>
              <a:rPr sz="2000" b="1" i="0">
                <a:solidFill>
                  <a:srgbClr val="00A5A3"/>
                </a:solidFill>
                <a:latin typeface="Manrope"/>
              </a:rPr>
              <a:t>500+
</a:t>
            </a:r>
          </a:p>
          <a:p>
            <a:pPr algn="l"/>
            <a:r>
              <a:rPr sz="1100" b="1" i="0">
                <a:solidFill>
                  <a:srgbClr val="004B4E"/>
                </a:solidFill>
                <a:latin typeface="Manrope"/>
              </a:rPr>
              <a:t>Association/Media Partners
</a:t>
            </a:r>
          </a:p>
          <a:p>
            <a:pPr algn="l">
              <a:lnSpc>
                <a:spcPct val="120000"/>
              </a:lnSpc>
            </a:pPr>
            <a:r>
              <a:rPr sz="900" b="0" i="0">
                <a:solidFill>
                  <a:srgbClr val="3C3C3C"/>
                </a:solidFill>
                <a:latin typeface="Manrope"/>
              </a:rPr>
              <a:t>Alliances amplifying our global reach and marketing.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AFA"/>
        </a:solidFill>
        <a:effectLst/>
      </p:bgPr>
    </p:bg>
    <p:spTree>
      <p:nvGrpSpPr>
        <p:cNvPr id="1" name=""/>
        <p:cNvGrpSpPr/>
        <p:nvPr/>
      </p:nvGrpSpPr>
      <p:grpSpPr>
        <a:xfrm>
          <a:off x="0" y="0"/>
          <a:ext cx="0" cy="0"/>
          <a:chOff x="0" y="0"/>
          <a:chExt cx="0" cy="0"/>
        </a:xfrm>
      </p:grpSpPr>
      <p:sp>
        <p:nvSpPr>
          <p:cNvPr id="103" name="Oval 102">
            <a:extLst>
              <a:ext uri="{FF2B5EF4-FFF2-40B4-BE49-F238E27FC236}">
                <a16:creationId xmlns:a16="http://schemas.microsoft.com/office/drawing/2014/main" id="{1DCB46CA-3464-4CA9-BDB4-1BE3CE7AF778}"/>
              </a:ext>
            </a:extLst>
          </p:cNvPr>
          <p:cNvSpPr/>
          <p:nvPr/>
        </p:nvSpPr>
        <p:spPr>
          <a:xfrm>
            <a:off x="-53975" y="223202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2" name="Oval 101">
            <a:extLst>
              <a:ext uri="{FF2B5EF4-FFF2-40B4-BE49-F238E27FC236}">
                <a16:creationId xmlns:a16="http://schemas.microsoft.com/office/drawing/2014/main" id="{2940734A-1E3E-407A-87FD-4D4D0D855ED2}"/>
              </a:ext>
            </a:extLst>
          </p:cNvPr>
          <p:cNvSpPr/>
          <p:nvPr/>
        </p:nvSpPr>
        <p:spPr>
          <a:xfrm>
            <a:off x="201976" y="221765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1" name="Oval 100">
            <a:extLst>
              <a:ext uri="{FF2B5EF4-FFF2-40B4-BE49-F238E27FC236}">
                <a16:creationId xmlns:a16="http://schemas.microsoft.com/office/drawing/2014/main" id="{1DE4EA62-0D95-42D7-AB60-36A8123023D1}"/>
              </a:ext>
            </a:extLst>
          </p:cNvPr>
          <p:cNvSpPr/>
          <p:nvPr/>
        </p:nvSpPr>
        <p:spPr>
          <a:xfrm>
            <a:off x="454708" y="217471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0" name="Oval 99">
            <a:extLst>
              <a:ext uri="{FF2B5EF4-FFF2-40B4-BE49-F238E27FC236}">
                <a16:creationId xmlns:a16="http://schemas.microsoft.com/office/drawing/2014/main" id="{7F7BE986-8E7F-4E27-9D68-9770559A85C2}"/>
              </a:ext>
            </a:extLst>
          </p:cNvPr>
          <p:cNvSpPr/>
          <p:nvPr/>
        </p:nvSpPr>
        <p:spPr>
          <a:xfrm>
            <a:off x="701043" y="210374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103289F7-5BA6-4B09-9822-5577D2FFDAEE}"/>
              </a:ext>
            </a:extLst>
          </p:cNvPr>
          <p:cNvSpPr/>
          <p:nvPr/>
        </p:nvSpPr>
        <p:spPr>
          <a:xfrm>
            <a:off x="937883" y="200564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8" name="Oval 97">
            <a:extLst>
              <a:ext uri="{FF2B5EF4-FFF2-40B4-BE49-F238E27FC236}">
                <a16:creationId xmlns:a16="http://schemas.microsoft.com/office/drawing/2014/main" id="{AD05211C-38F1-4305-B9B5-ECA2757D4E04}"/>
              </a:ext>
            </a:extLst>
          </p:cNvPr>
          <p:cNvSpPr/>
          <p:nvPr/>
        </p:nvSpPr>
        <p:spPr>
          <a:xfrm>
            <a:off x="1162250" y="1881637"/>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7" name="Oval 96">
            <a:extLst>
              <a:ext uri="{FF2B5EF4-FFF2-40B4-BE49-F238E27FC236}">
                <a16:creationId xmlns:a16="http://schemas.microsoft.com/office/drawing/2014/main" id="{0B75AD59-3E34-4C84-ABB7-089B964AA7BF}"/>
              </a:ext>
            </a:extLst>
          </p:cNvPr>
          <p:cNvSpPr/>
          <p:nvPr/>
        </p:nvSpPr>
        <p:spPr>
          <a:xfrm>
            <a:off x="1371323" y="173329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6" name="Oval 95">
            <a:extLst>
              <a:ext uri="{FF2B5EF4-FFF2-40B4-BE49-F238E27FC236}">
                <a16:creationId xmlns:a16="http://schemas.microsoft.com/office/drawing/2014/main" id="{9CBBD3AE-16E6-40A4-8B94-BEDA95DDA28F}"/>
              </a:ext>
            </a:extLst>
          </p:cNvPr>
          <p:cNvSpPr/>
          <p:nvPr/>
        </p:nvSpPr>
        <p:spPr>
          <a:xfrm>
            <a:off x="1562471" y="156247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5" name="Oval 94">
            <a:extLst>
              <a:ext uri="{FF2B5EF4-FFF2-40B4-BE49-F238E27FC236}">
                <a16:creationId xmlns:a16="http://schemas.microsoft.com/office/drawing/2014/main" id="{E96997B2-9625-468A-AA90-FFBBB7109E3B}"/>
              </a:ext>
            </a:extLst>
          </p:cNvPr>
          <p:cNvSpPr/>
          <p:nvPr/>
        </p:nvSpPr>
        <p:spPr>
          <a:xfrm>
            <a:off x="1733292" y="137132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4" name="Oval 93">
            <a:extLst>
              <a:ext uri="{FF2B5EF4-FFF2-40B4-BE49-F238E27FC236}">
                <a16:creationId xmlns:a16="http://schemas.microsoft.com/office/drawing/2014/main" id="{3F402D18-D202-4349-B436-1E05A8CB7870}"/>
              </a:ext>
            </a:extLst>
          </p:cNvPr>
          <p:cNvSpPr/>
          <p:nvPr/>
        </p:nvSpPr>
        <p:spPr>
          <a:xfrm>
            <a:off x="1881637" y="116225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3" name="Oval 92">
            <a:extLst>
              <a:ext uri="{FF2B5EF4-FFF2-40B4-BE49-F238E27FC236}">
                <a16:creationId xmlns:a16="http://schemas.microsoft.com/office/drawing/2014/main" id="{11C547C0-57FE-4A53-9FE4-C1077B0A3B53}"/>
              </a:ext>
            </a:extLst>
          </p:cNvPr>
          <p:cNvSpPr/>
          <p:nvPr/>
        </p:nvSpPr>
        <p:spPr>
          <a:xfrm>
            <a:off x="2005640" y="93788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2" name="Oval 91">
            <a:extLst>
              <a:ext uri="{FF2B5EF4-FFF2-40B4-BE49-F238E27FC236}">
                <a16:creationId xmlns:a16="http://schemas.microsoft.com/office/drawing/2014/main" id="{DE93C350-149E-4378-8614-5DD3285D3E2B}"/>
              </a:ext>
            </a:extLst>
          </p:cNvPr>
          <p:cNvSpPr/>
          <p:nvPr/>
        </p:nvSpPr>
        <p:spPr>
          <a:xfrm>
            <a:off x="2103742" y="70104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1" name="Oval 90">
            <a:extLst>
              <a:ext uri="{FF2B5EF4-FFF2-40B4-BE49-F238E27FC236}">
                <a16:creationId xmlns:a16="http://schemas.microsoft.com/office/drawing/2014/main" id="{AD02439B-D17E-47CF-821B-11E30E56EB69}"/>
              </a:ext>
            </a:extLst>
          </p:cNvPr>
          <p:cNvSpPr/>
          <p:nvPr/>
        </p:nvSpPr>
        <p:spPr>
          <a:xfrm>
            <a:off x="2174710" y="454708"/>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0" name="Oval 89">
            <a:extLst>
              <a:ext uri="{FF2B5EF4-FFF2-40B4-BE49-F238E27FC236}">
                <a16:creationId xmlns:a16="http://schemas.microsoft.com/office/drawing/2014/main" id="{7ACB32F3-6C2D-441A-BCE0-621CA048C6B2}"/>
              </a:ext>
            </a:extLst>
          </p:cNvPr>
          <p:cNvSpPr/>
          <p:nvPr/>
        </p:nvSpPr>
        <p:spPr>
          <a:xfrm>
            <a:off x="2217651" y="201976"/>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9" name="Oval 88">
            <a:extLst>
              <a:ext uri="{FF2B5EF4-FFF2-40B4-BE49-F238E27FC236}">
                <a16:creationId xmlns:a16="http://schemas.microsoft.com/office/drawing/2014/main" id="{2F044146-5DD6-4C50-B10D-3BA8397A269A}"/>
              </a:ext>
            </a:extLst>
          </p:cNvPr>
          <p:cNvSpPr/>
          <p:nvPr/>
        </p:nvSpPr>
        <p:spPr>
          <a:xfrm>
            <a:off x="2232025" y="-5397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8" name="Oval 87">
            <a:extLst>
              <a:ext uri="{FF2B5EF4-FFF2-40B4-BE49-F238E27FC236}">
                <a16:creationId xmlns:a16="http://schemas.microsoft.com/office/drawing/2014/main" id="{297AE3CD-FEA2-4324-A504-C4C78670C50B}"/>
              </a:ext>
            </a:extLst>
          </p:cNvPr>
          <p:cNvSpPr/>
          <p:nvPr/>
        </p:nvSpPr>
        <p:spPr>
          <a:xfrm>
            <a:off x="-44450" y="17970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7" name="Oval 86">
            <a:extLst>
              <a:ext uri="{FF2B5EF4-FFF2-40B4-BE49-F238E27FC236}">
                <a16:creationId xmlns:a16="http://schemas.microsoft.com/office/drawing/2014/main" id="{1BCDFD5B-5CDA-42BA-A2C4-EAF12C110504}"/>
              </a:ext>
            </a:extLst>
          </p:cNvPr>
          <p:cNvSpPr/>
          <p:nvPr/>
        </p:nvSpPr>
        <p:spPr>
          <a:xfrm>
            <a:off x="217623" y="177830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6" name="Oval 85">
            <a:extLst>
              <a:ext uri="{FF2B5EF4-FFF2-40B4-BE49-F238E27FC236}">
                <a16:creationId xmlns:a16="http://schemas.microsoft.com/office/drawing/2014/main" id="{98065806-58EE-40A0-B66E-0BA87D1B904D}"/>
              </a:ext>
            </a:extLst>
          </p:cNvPr>
          <p:cNvSpPr/>
          <p:nvPr/>
        </p:nvSpPr>
        <p:spPr>
          <a:xfrm>
            <a:off x="474360" y="172245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5" name="Oval 84">
            <a:extLst>
              <a:ext uri="{FF2B5EF4-FFF2-40B4-BE49-F238E27FC236}">
                <a16:creationId xmlns:a16="http://schemas.microsoft.com/office/drawing/2014/main" id="{75780DBB-8271-4A28-97E5-C42429384F34}"/>
              </a:ext>
            </a:extLst>
          </p:cNvPr>
          <p:cNvSpPr/>
          <p:nvPr/>
        </p:nvSpPr>
        <p:spPr>
          <a:xfrm>
            <a:off x="720537" y="16306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4" name="Oval 83">
            <a:extLst>
              <a:ext uri="{FF2B5EF4-FFF2-40B4-BE49-F238E27FC236}">
                <a16:creationId xmlns:a16="http://schemas.microsoft.com/office/drawing/2014/main" id="{4EACE505-65D4-4CA2-9FD7-C073616236B8}"/>
              </a:ext>
            </a:extLst>
          </p:cNvPr>
          <p:cNvSpPr/>
          <p:nvPr/>
        </p:nvSpPr>
        <p:spPr>
          <a:xfrm>
            <a:off x="951140" y="1504718"/>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65744552-BFE4-409F-8BD6-87250625366D}"/>
              </a:ext>
            </a:extLst>
          </p:cNvPr>
          <p:cNvSpPr/>
          <p:nvPr/>
        </p:nvSpPr>
        <p:spPr>
          <a:xfrm>
            <a:off x="1161476" y="134726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2" name="Oval 81">
            <a:extLst>
              <a:ext uri="{FF2B5EF4-FFF2-40B4-BE49-F238E27FC236}">
                <a16:creationId xmlns:a16="http://schemas.microsoft.com/office/drawing/2014/main" id="{84DA2009-15A8-4D16-84BC-FC633BA54A4E}"/>
              </a:ext>
            </a:extLst>
          </p:cNvPr>
          <p:cNvSpPr/>
          <p:nvPr/>
        </p:nvSpPr>
        <p:spPr>
          <a:xfrm>
            <a:off x="1347263" y="116147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6889296E-D0B7-40DF-8335-4F1E51C6D4EC}"/>
              </a:ext>
            </a:extLst>
          </p:cNvPr>
          <p:cNvSpPr/>
          <p:nvPr/>
        </p:nvSpPr>
        <p:spPr>
          <a:xfrm>
            <a:off x="1504718" y="95114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EC7E9CE7-63FC-43F1-83A8-BA3B1A4B4997}"/>
              </a:ext>
            </a:extLst>
          </p:cNvPr>
          <p:cNvSpPr/>
          <p:nvPr/>
        </p:nvSpPr>
        <p:spPr>
          <a:xfrm>
            <a:off x="1630637" y="7205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9" name="Oval 78">
            <a:extLst>
              <a:ext uri="{FF2B5EF4-FFF2-40B4-BE49-F238E27FC236}">
                <a16:creationId xmlns:a16="http://schemas.microsoft.com/office/drawing/2014/main" id="{0D655922-16BC-4B46-A10E-A55973131725}"/>
              </a:ext>
            </a:extLst>
          </p:cNvPr>
          <p:cNvSpPr/>
          <p:nvPr/>
        </p:nvSpPr>
        <p:spPr>
          <a:xfrm>
            <a:off x="1722456" y="47436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FB176D1A-30A4-4563-9A10-718F9E586047}"/>
              </a:ext>
            </a:extLst>
          </p:cNvPr>
          <p:cNvSpPr/>
          <p:nvPr/>
        </p:nvSpPr>
        <p:spPr>
          <a:xfrm>
            <a:off x="1778306" y="21762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944E5AB9-E4ED-443B-96F1-8F617DBEF80A}"/>
              </a:ext>
            </a:extLst>
          </p:cNvPr>
          <p:cNvSpPr/>
          <p:nvPr/>
        </p:nvSpPr>
        <p:spPr>
          <a:xfrm>
            <a:off x="1797050" y="-444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91CB35A8-FF45-4A5A-B76F-36F62E9ED8CE}"/>
              </a:ext>
            </a:extLst>
          </p:cNvPr>
          <p:cNvSpPr/>
          <p:nvPr/>
        </p:nvSpPr>
        <p:spPr>
          <a:xfrm>
            <a:off x="-34925" y="136207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5" name="Oval 74">
            <a:extLst>
              <a:ext uri="{FF2B5EF4-FFF2-40B4-BE49-F238E27FC236}">
                <a16:creationId xmlns:a16="http://schemas.microsoft.com/office/drawing/2014/main" id="{0FF1F1B1-3C8E-4A49-8B05-A5EAA4C28A27}"/>
              </a:ext>
            </a:extLst>
          </p:cNvPr>
          <p:cNvSpPr/>
          <p:nvPr/>
        </p:nvSpPr>
        <p:spPr>
          <a:xfrm>
            <a:off x="237616" y="1335232"/>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4" name="Oval 73">
            <a:extLst>
              <a:ext uri="{FF2B5EF4-FFF2-40B4-BE49-F238E27FC236}">
                <a16:creationId xmlns:a16="http://schemas.microsoft.com/office/drawing/2014/main" id="{6F48C155-EA52-409B-A586-F4D945009515}"/>
              </a:ext>
            </a:extLst>
          </p:cNvPr>
          <p:cNvSpPr/>
          <p:nvPr/>
        </p:nvSpPr>
        <p:spPr>
          <a:xfrm>
            <a:off x="499684" y="125573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3" name="Oval 72">
            <a:extLst>
              <a:ext uri="{FF2B5EF4-FFF2-40B4-BE49-F238E27FC236}">
                <a16:creationId xmlns:a16="http://schemas.microsoft.com/office/drawing/2014/main" id="{0AE62833-56FE-4C2C-B12E-889719ADE3DB}"/>
              </a:ext>
            </a:extLst>
          </p:cNvPr>
          <p:cNvSpPr/>
          <p:nvPr/>
        </p:nvSpPr>
        <p:spPr>
          <a:xfrm>
            <a:off x="741207" y="1126638"/>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2" name="Oval 71">
            <a:extLst>
              <a:ext uri="{FF2B5EF4-FFF2-40B4-BE49-F238E27FC236}">
                <a16:creationId xmlns:a16="http://schemas.microsoft.com/office/drawing/2014/main" id="{BF30D5B2-38C4-46AE-BD5E-44C798AE55FA}"/>
              </a:ext>
            </a:extLst>
          </p:cNvPr>
          <p:cNvSpPr/>
          <p:nvPr/>
        </p:nvSpPr>
        <p:spPr>
          <a:xfrm>
            <a:off x="952903" y="952903"/>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1" name="Oval 70">
            <a:extLst>
              <a:ext uri="{FF2B5EF4-FFF2-40B4-BE49-F238E27FC236}">
                <a16:creationId xmlns:a16="http://schemas.microsoft.com/office/drawing/2014/main" id="{1D081150-465F-46F1-AB7D-B6EC83E05F75}"/>
              </a:ext>
            </a:extLst>
          </p:cNvPr>
          <p:cNvSpPr/>
          <p:nvPr/>
        </p:nvSpPr>
        <p:spPr>
          <a:xfrm>
            <a:off x="1126638" y="741207"/>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16A3C70B-98F3-4348-814B-C0C48D80C986}"/>
              </a:ext>
            </a:extLst>
          </p:cNvPr>
          <p:cNvSpPr/>
          <p:nvPr/>
        </p:nvSpPr>
        <p:spPr>
          <a:xfrm>
            <a:off x="1255735" y="499684"/>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9" name="Oval 68">
            <a:extLst>
              <a:ext uri="{FF2B5EF4-FFF2-40B4-BE49-F238E27FC236}">
                <a16:creationId xmlns:a16="http://schemas.microsoft.com/office/drawing/2014/main" id="{DE9B80A6-8B56-4A81-8844-B7CCF0FCE2DE}"/>
              </a:ext>
            </a:extLst>
          </p:cNvPr>
          <p:cNvSpPr/>
          <p:nvPr/>
        </p:nvSpPr>
        <p:spPr>
          <a:xfrm>
            <a:off x="1335232" y="237616"/>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8" name="Oval 67">
            <a:extLst>
              <a:ext uri="{FF2B5EF4-FFF2-40B4-BE49-F238E27FC236}">
                <a16:creationId xmlns:a16="http://schemas.microsoft.com/office/drawing/2014/main" id="{35F61283-4E65-45A4-8A9E-36FBED079692}"/>
              </a:ext>
            </a:extLst>
          </p:cNvPr>
          <p:cNvSpPr/>
          <p:nvPr/>
        </p:nvSpPr>
        <p:spPr>
          <a:xfrm>
            <a:off x="1362075" y="-3492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09C6DA4D-B89A-4BCD-95A1-7E78D974AB44}"/>
              </a:ext>
            </a:extLst>
          </p:cNvPr>
          <p:cNvSpPr/>
          <p:nvPr/>
        </p:nvSpPr>
        <p:spPr>
          <a:xfrm>
            <a:off x="-25400" y="9271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3B342EDA-6B05-4AE8-B4F7-926C3C27D9C3}"/>
              </a:ext>
            </a:extLst>
          </p:cNvPr>
          <p:cNvSpPr/>
          <p:nvPr/>
        </p:nvSpPr>
        <p:spPr>
          <a:xfrm>
            <a:off x="268939" y="880481"/>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1C313C4B-C6D4-4D7D-8984-77226B63183F}"/>
              </a:ext>
            </a:extLst>
          </p:cNvPr>
          <p:cNvSpPr/>
          <p:nvPr/>
        </p:nvSpPr>
        <p:spPr>
          <a:xfrm>
            <a:off x="534465" y="74518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01D9066E-06C1-4640-8637-ED0E5CAF354D}"/>
              </a:ext>
            </a:extLst>
          </p:cNvPr>
          <p:cNvSpPr/>
          <p:nvPr/>
        </p:nvSpPr>
        <p:spPr>
          <a:xfrm>
            <a:off x="745189" y="534465"/>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89B37DD4-FE23-4EB8-8F11-354AFD459A82}"/>
              </a:ext>
            </a:extLst>
          </p:cNvPr>
          <p:cNvSpPr/>
          <p:nvPr/>
        </p:nvSpPr>
        <p:spPr>
          <a:xfrm>
            <a:off x="880481" y="26893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6986DABC-80E0-46FA-99A1-DFF278BC2F10}"/>
              </a:ext>
            </a:extLst>
          </p:cNvPr>
          <p:cNvSpPr/>
          <p:nvPr/>
        </p:nvSpPr>
        <p:spPr>
          <a:xfrm>
            <a:off x="927100" y="-254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83C7F410-DC43-44A8-A3E8-3C2B4B332E0A}"/>
              </a:ext>
            </a:extLst>
          </p:cNvPr>
          <p:cNvSpPr/>
          <p:nvPr/>
        </p:nvSpPr>
        <p:spPr>
          <a:xfrm>
            <a:off x="-15875" y="49212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0" name="Oval 59">
            <a:extLst>
              <a:ext uri="{FF2B5EF4-FFF2-40B4-BE49-F238E27FC236}">
                <a16:creationId xmlns:a16="http://schemas.microsoft.com/office/drawing/2014/main" id="{5A727C50-03CE-4CF4-B98C-1543738B06A0}"/>
              </a:ext>
            </a:extLst>
          </p:cNvPr>
          <p:cNvSpPr/>
          <p:nvPr/>
        </p:nvSpPr>
        <p:spPr>
          <a:xfrm>
            <a:off x="343335" y="34333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C619E788-8841-4FD7-AFE3-BF930B0B2B4B}"/>
              </a:ext>
            </a:extLst>
          </p:cNvPr>
          <p:cNvSpPr/>
          <p:nvPr/>
        </p:nvSpPr>
        <p:spPr>
          <a:xfrm>
            <a:off x="492125" y="-1587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8" name="Oval 57">
            <a:extLst>
              <a:ext uri="{FF2B5EF4-FFF2-40B4-BE49-F238E27FC236}">
                <a16:creationId xmlns:a16="http://schemas.microsoft.com/office/drawing/2014/main" id="{45AED756-33D6-4598-BDDA-83278EC2A322}"/>
              </a:ext>
            </a:extLst>
          </p:cNvPr>
          <p:cNvSpPr/>
          <p:nvPr/>
        </p:nvSpPr>
        <p:spPr>
          <a:xfrm>
            <a:off x="12138025" y="4518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7" name="Oval 56">
            <a:extLst>
              <a:ext uri="{FF2B5EF4-FFF2-40B4-BE49-F238E27FC236}">
                <a16:creationId xmlns:a16="http://schemas.microsoft.com/office/drawing/2014/main" id="{D0EC39B8-3615-4A8E-BFD8-3641D422F2C4}"/>
              </a:ext>
            </a:extLst>
          </p:cNvPr>
          <p:cNvSpPr/>
          <p:nvPr/>
        </p:nvSpPr>
        <p:spPr>
          <a:xfrm>
            <a:off x="11882074" y="453239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C7D690C2-318B-4EFA-98A5-E7112F108521}"/>
              </a:ext>
            </a:extLst>
          </p:cNvPr>
          <p:cNvSpPr/>
          <p:nvPr/>
        </p:nvSpPr>
        <p:spPr>
          <a:xfrm>
            <a:off x="11629342" y="457534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5" name="Oval 54">
            <a:extLst>
              <a:ext uri="{FF2B5EF4-FFF2-40B4-BE49-F238E27FC236}">
                <a16:creationId xmlns:a16="http://schemas.microsoft.com/office/drawing/2014/main" id="{D7821009-90EA-4E08-BEF6-57FCE1A5FCA4}"/>
              </a:ext>
            </a:extLst>
          </p:cNvPr>
          <p:cNvSpPr/>
          <p:nvPr/>
        </p:nvSpPr>
        <p:spPr>
          <a:xfrm>
            <a:off x="11383007" y="464630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4" name="Oval 53">
            <a:extLst>
              <a:ext uri="{FF2B5EF4-FFF2-40B4-BE49-F238E27FC236}">
                <a16:creationId xmlns:a16="http://schemas.microsoft.com/office/drawing/2014/main" id="{7C87A4FF-5BA5-43CA-AAC7-A51187704BF8}"/>
              </a:ext>
            </a:extLst>
          </p:cNvPr>
          <p:cNvSpPr/>
          <p:nvPr/>
        </p:nvSpPr>
        <p:spPr>
          <a:xfrm>
            <a:off x="11146167" y="474441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16F408FC-1A55-473B-BDA3-41D4F17FA1EA}"/>
              </a:ext>
            </a:extLst>
          </p:cNvPr>
          <p:cNvSpPr/>
          <p:nvPr/>
        </p:nvSpPr>
        <p:spPr>
          <a:xfrm>
            <a:off x="10921800" y="4868413"/>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6B436ECB-C0D0-4668-BCA1-CB809105C131}"/>
              </a:ext>
            </a:extLst>
          </p:cNvPr>
          <p:cNvSpPr/>
          <p:nvPr/>
        </p:nvSpPr>
        <p:spPr>
          <a:xfrm>
            <a:off x="10712728" y="501675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12CF5721-26E9-4CA6-910E-46D6E86E026F}"/>
              </a:ext>
            </a:extLst>
          </p:cNvPr>
          <p:cNvSpPr/>
          <p:nvPr/>
        </p:nvSpPr>
        <p:spPr>
          <a:xfrm>
            <a:off x="10521579" y="518757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768B6A61-B2E7-4A7A-91B6-434E9D024611}"/>
              </a:ext>
            </a:extLst>
          </p:cNvPr>
          <p:cNvSpPr/>
          <p:nvPr/>
        </p:nvSpPr>
        <p:spPr>
          <a:xfrm>
            <a:off x="10350758" y="537872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F5AB331D-AAA5-41E6-A2B3-1A66EEA5456A}"/>
              </a:ext>
            </a:extLst>
          </p:cNvPr>
          <p:cNvSpPr/>
          <p:nvPr/>
        </p:nvSpPr>
        <p:spPr>
          <a:xfrm>
            <a:off x="10202414" y="558780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CAAF817F-7B0B-412C-809F-B34E1483A7E4}"/>
              </a:ext>
            </a:extLst>
          </p:cNvPr>
          <p:cNvSpPr/>
          <p:nvPr/>
        </p:nvSpPr>
        <p:spPr>
          <a:xfrm>
            <a:off x="10078410" y="581216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F30F7242-1602-4DC8-A6C4-41BAF33504BC}"/>
              </a:ext>
            </a:extLst>
          </p:cNvPr>
          <p:cNvSpPr/>
          <p:nvPr/>
        </p:nvSpPr>
        <p:spPr>
          <a:xfrm>
            <a:off x="9980308" y="604900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A2DDEB57-11B3-4131-BE04-A6C2E65A4E15}"/>
              </a:ext>
            </a:extLst>
          </p:cNvPr>
          <p:cNvSpPr/>
          <p:nvPr/>
        </p:nvSpPr>
        <p:spPr>
          <a:xfrm>
            <a:off x="9909340" y="6295342"/>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21E5324E-8573-412A-B417-D12C80DAA2DE}"/>
              </a:ext>
            </a:extLst>
          </p:cNvPr>
          <p:cNvSpPr/>
          <p:nvPr/>
        </p:nvSpPr>
        <p:spPr>
          <a:xfrm>
            <a:off x="9866399" y="6548074"/>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399E9E50-6F8B-43B3-B5D3-DA4C062BFC29}"/>
              </a:ext>
            </a:extLst>
          </p:cNvPr>
          <p:cNvSpPr/>
          <p:nvPr/>
        </p:nvSpPr>
        <p:spPr>
          <a:xfrm>
            <a:off x="9852025" y="6804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DD459CBD-4CDE-4F47-A4A0-D52A71F280C7}"/>
              </a:ext>
            </a:extLst>
          </p:cNvPr>
          <p:cNvSpPr/>
          <p:nvPr/>
        </p:nvSpPr>
        <p:spPr>
          <a:xfrm>
            <a:off x="12147550" y="49720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C4692309-25E4-417F-B384-CA3B060A3DB9}"/>
              </a:ext>
            </a:extLst>
          </p:cNvPr>
          <p:cNvSpPr/>
          <p:nvPr/>
        </p:nvSpPr>
        <p:spPr>
          <a:xfrm>
            <a:off x="11885477" y="499079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A70BB989-3323-4907-B304-82999F4A0FA4}"/>
              </a:ext>
            </a:extLst>
          </p:cNvPr>
          <p:cNvSpPr/>
          <p:nvPr/>
        </p:nvSpPr>
        <p:spPr>
          <a:xfrm>
            <a:off x="11628740" y="504664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CCD232F7-29DF-4BF2-8988-44A16FC4F78A}"/>
              </a:ext>
            </a:extLst>
          </p:cNvPr>
          <p:cNvSpPr/>
          <p:nvPr/>
        </p:nvSpPr>
        <p:spPr>
          <a:xfrm>
            <a:off x="11382563" y="51384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53B214F3-CA09-4D65-B8AD-4142E80EBDE1}"/>
              </a:ext>
            </a:extLst>
          </p:cNvPr>
          <p:cNvSpPr/>
          <p:nvPr/>
        </p:nvSpPr>
        <p:spPr>
          <a:xfrm>
            <a:off x="11151960" y="5264382"/>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0812AA50-64A0-4C0E-90A4-22E96F4C1317}"/>
              </a:ext>
            </a:extLst>
          </p:cNvPr>
          <p:cNvSpPr/>
          <p:nvPr/>
        </p:nvSpPr>
        <p:spPr>
          <a:xfrm>
            <a:off x="10941624" y="542183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E8BF94CE-F594-4E46-B55D-B22C1348466A}"/>
              </a:ext>
            </a:extLst>
          </p:cNvPr>
          <p:cNvSpPr/>
          <p:nvPr/>
        </p:nvSpPr>
        <p:spPr>
          <a:xfrm>
            <a:off x="10755837" y="560762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F820C509-EE83-470F-AFB7-0E272FD1A8BE}"/>
              </a:ext>
            </a:extLst>
          </p:cNvPr>
          <p:cNvSpPr/>
          <p:nvPr/>
        </p:nvSpPr>
        <p:spPr>
          <a:xfrm>
            <a:off x="10598382" y="581796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387D92F2-EEB3-4FF3-898C-E6CFF3285F7B}"/>
              </a:ext>
            </a:extLst>
          </p:cNvPr>
          <p:cNvSpPr/>
          <p:nvPr/>
        </p:nvSpPr>
        <p:spPr>
          <a:xfrm>
            <a:off x="10472462" y="60485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499FD9CC-1CD3-4568-B9F1-9C2A4193C208}"/>
              </a:ext>
            </a:extLst>
          </p:cNvPr>
          <p:cNvSpPr/>
          <p:nvPr/>
        </p:nvSpPr>
        <p:spPr>
          <a:xfrm>
            <a:off x="10380644" y="6294739"/>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2563C1B2-B673-4FCD-B22E-E05C3DB92E99}"/>
              </a:ext>
            </a:extLst>
          </p:cNvPr>
          <p:cNvSpPr/>
          <p:nvPr/>
        </p:nvSpPr>
        <p:spPr>
          <a:xfrm>
            <a:off x="10324794" y="655147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A4438240-86EA-4A58-822A-EC840BF81003}"/>
              </a:ext>
            </a:extLst>
          </p:cNvPr>
          <p:cNvSpPr/>
          <p:nvPr/>
        </p:nvSpPr>
        <p:spPr>
          <a:xfrm>
            <a:off x="10306050" y="68135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CF94C8FB-4CAD-442C-9E27-DCA5F9810A94}"/>
              </a:ext>
            </a:extLst>
          </p:cNvPr>
          <p:cNvSpPr/>
          <p:nvPr/>
        </p:nvSpPr>
        <p:spPr>
          <a:xfrm>
            <a:off x="12157075" y="5426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F9084275-E986-41A2-9325-6E4255F8F4E5}"/>
              </a:ext>
            </a:extLst>
          </p:cNvPr>
          <p:cNvSpPr/>
          <p:nvPr/>
        </p:nvSpPr>
        <p:spPr>
          <a:xfrm>
            <a:off x="11884533" y="5452918"/>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14E6C3B4-4062-4EE6-A54C-FF5059CF338F}"/>
              </a:ext>
            </a:extLst>
          </p:cNvPr>
          <p:cNvSpPr/>
          <p:nvPr/>
        </p:nvSpPr>
        <p:spPr>
          <a:xfrm>
            <a:off x="11622467" y="553241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D54F54A3-9109-4B29-A65E-6907F5E03466}"/>
              </a:ext>
            </a:extLst>
          </p:cNvPr>
          <p:cNvSpPr/>
          <p:nvPr/>
        </p:nvSpPr>
        <p:spPr>
          <a:xfrm>
            <a:off x="11380943" y="5661512"/>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291100F7-A36D-4329-847E-530F1B3744E0}"/>
              </a:ext>
            </a:extLst>
          </p:cNvPr>
          <p:cNvSpPr/>
          <p:nvPr/>
        </p:nvSpPr>
        <p:spPr>
          <a:xfrm>
            <a:off x="11169247" y="5835247"/>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F2999BD4-CA38-46E2-9DC9-AE949968A127}"/>
              </a:ext>
            </a:extLst>
          </p:cNvPr>
          <p:cNvSpPr/>
          <p:nvPr/>
        </p:nvSpPr>
        <p:spPr>
          <a:xfrm>
            <a:off x="10995512" y="604694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870A87E7-A173-4D25-BDFB-8B6E2F3AF85C}"/>
              </a:ext>
            </a:extLst>
          </p:cNvPr>
          <p:cNvSpPr/>
          <p:nvPr/>
        </p:nvSpPr>
        <p:spPr>
          <a:xfrm>
            <a:off x="10866415" y="6288466"/>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8F5EC3E4-E8E6-46FB-B421-8663B2D86D69}"/>
              </a:ext>
            </a:extLst>
          </p:cNvPr>
          <p:cNvSpPr/>
          <p:nvPr/>
        </p:nvSpPr>
        <p:spPr>
          <a:xfrm>
            <a:off x="10786918" y="655053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88678C14-89B5-44A8-B6D3-05FFC7D58C0E}"/>
              </a:ext>
            </a:extLst>
          </p:cNvPr>
          <p:cNvSpPr/>
          <p:nvPr/>
        </p:nvSpPr>
        <p:spPr>
          <a:xfrm>
            <a:off x="10760075" y="6823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3BE72526-7706-465E-8A58-E7B6BF98EBE6}"/>
              </a:ext>
            </a:extLst>
          </p:cNvPr>
          <p:cNvSpPr/>
          <p:nvPr/>
        </p:nvSpPr>
        <p:spPr>
          <a:xfrm>
            <a:off x="12166600" y="58801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B6737013-9032-4553-BFA2-969A8E452A07}"/>
              </a:ext>
            </a:extLst>
          </p:cNvPr>
          <p:cNvSpPr/>
          <p:nvPr/>
        </p:nvSpPr>
        <p:spPr>
          <a:xfrm>
            <a:off x="11872261" y="5926719"/>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A86E75CE-5E3D-48D9-8C7B-B186A73CD4EF}"/>
              </a:ext>
            </a:extLst>
          </p:cNvPr>
          <p:cNvSpPr/>
          <p:nvPr/>
        </p:nvSpPr>
        <p:spPr>
          <a:xfrm>
            <a:off x="11606734" y="606201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A567DE0F-D2A0-4FC0-8EB4-F15DED7E14F4}"/>
              </a:ext>
            </a:extLst>
          </p:cNvPr>
          <p:cNvSpPr/>
          <p:nvPr/>
        </p:nvSpPr>
        <p:spPr>
          <a:xfrm>
            <a:off x="11396011" y="6272735"/>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1269A42D-22B4-4715-A65B-809144C22179}"/>
              </a:ext>
            </a:extLst>
          </p:cNvPr>
          <p:cNvSpPr/>
          <p:nvPr/>
        </p:nvSpPr>
        <p:spPr>
          <a:xfrm>
            <a:off x="11260719" y="653826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3E47B137-2BDF-46B0-94C0-180690FD248F}"/>
              </a:ext>
            </a:extLst>
          </p:cNvPr>
          <p:cNvSpPr/>
          <p:nvPr/>
        </p:nvSpPr>
        <p:spPr>
          <a:xfrm>
            <a:off x="11214100" y="68326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5C74641C-CAC1-4680-ACF8-8426471648F2}"/>
              </a:ext>
            </a:extLst>
          </p:cNvPr>
          <p:cNvSpPr/>
          <p:nvPr/>
        </p:nvSpPr>
        <p:spPr>
          <a:xfrm>
            <a:off x="12176125" y="6334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64823EC8-5727-4FCF-9713-F88ACCE8403B}"/>
              </a:ext>
            </a:extLst>
          </p:cNvPr>
          <p:cNvSpPr/>
          <p:nvPr/>
        </p:nvSpPr>
        <p:spPr>
          <a:xfrm>
            <a:off x="11816914" y="6482915"/>
            <a:ext cx="31750" cy="31749"/>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85C003C8-6C57-4703-9E93-C2547E8AABAC}"/>
              </a:ext>
            </a:extLst>
          </p:cNvPr>
          <p:cNvSpPr/>
          <p:nvPr/>
        </p:nvSpPr>
        <p:spPr>
          <a:xfrm>
            <a:off x="11668125" y="6842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TextBox 1"/>
          <p:cNvSpPr txBox="1"/>
          <p:nvPr/>
        </p:nvSpPr>
        <p:spPr>
          <a:xfrm>
            <a:off x="731520" y="457200"/>
            <a:ext cx="10698480" cy="731520"/>
          </a:xfrm>
          <a:prstGeom prst="rect">
            <a:avLst/>
          </a:prstGeom>
          <a:noFill/>
        </p:spPr>
        <p:txBody>
          <a:bodyPr wrap="square" lIns="45720" rIns="45720">
            <a:spAutoFit/>
          </a:bodyPr>
          <a:lstStyle/>
          <a:p>
            <a:pPr algn="l">
              <a:spcAft>
                <a:spcPts val="200"/>
              </a:spcAft>
            </a:pPr>
            <a:r>
              <a:rPr sz="1200" b="1" i="0">
                <a:solidFill>
                  <a:srgbClr val="00A5A3"/>
                </a:solidFill>
                <a:latin typeface="Manrope"/>
              </a:rPr>
              <a:t>04. WHAT WE DO</a:t>
            </a:r>
          </a:p>
          <a:p>
            <a:pPr algn="l"/>
            <a:r>
              <a:rPr sz="2200" b="1" i="0">
                <a:solidFill>
                  <a:srgbClr val="004B4E"/>
                </a:solidFill>
                <a:latin typeface="Manrope"/>
              </a:rPr>
              <a:t>Three Integrated Event and Business Pillars</a:t>
            </a:r>
          </a:p>
        </p:txBody>
      </p:sp>
      <p:sp>
        <p:nvSpPr>
          <p:cNvPr id="3" name="Rectangle 2"/>
          <p:cNvSpPr/>
          <p:nvPr/>
        </p:nvSpPr>
        <p:spPr>
          <a:xfrm>
            <a:off x="731520" y="1463040"/>
            <a:ext cx="3383280" cy="365760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463040"/>
            <a:ext cx="3383280" cy="109728"/>
          </a:xfrm>
          <a:prstGeom prst="rect">
            <a:avLst/>
          </a:prstGeom>
          <a:solidFill>
            <a:srgbClr val="004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37360"/>
            <a:ext cx="3017520" cy="3200400"/>
          </a:xfrm>
          <a:prstGeom prst="rect">
            <a:avLst/>
          </a:prstGeom>
          <a:noFill/>
        </p:spPr>
        <p:txBody>
          <a:bodyPr wrap="square" lIns="45720" rIns="45720">
            <a:spAutoFit/>
          </a:bodyPr>
          <a:lstStyle/>
          <a:p>
            <a:pPr algn="l"/>
            <a:r>
              <a:rPr sz="1500" b="1" i="0">
                <a:solidFill>
                  <a:srgbClr val="004B4E"/>
                </a:solidFill>
                <a:latin typeface="Manrope"/>
              </a:rPr>
              <a:t>Signature Events
</a:t>
            </a:r>
          </a:p>
          <a:p>
            <a:pPr algn="l"/>
            <a:r>
              <a:rPr sz="1000" b="1" i="0">
                <a:solidFill>
                  <a:srgbClr val="00A5A3"/>
                </a:solidFill>
                <a:latin typeface="Manrope"/>
              </a:rPr>
              <a:t>Summits, Conferences &amp; Expos
</a:t>
            </a:r>
          </a:p>
          <a:p>
            <a:pPr algn="l">
              <a:lnSpc>
                <a:spcPct val="130000"/>
              </a:lnSpc>
            </a:pPr>
            <a:r>
              <a:rPr sz="1100" b="0" i="0">
                <a:solidFill>
                  <a:srgbClr val="3C3C3C"/>
                </a:solidFill>
                <a:latin typeface="Manrope"/>
              </a:rPr>
              <a:t>Highly renowned tech events crafted for C-level executives and global solution providers to connect, share knowledge, and discover key commercial trends.
Includes leading series like the World AI Show, World Blockchain Summit, World Cloud Show, CARE, and Dubai FinTech Summit.</a:t>
            </a:r>
          </a:p>
        </p:txBody>
      </p:sp>
      <p:sp>
        <p:nvSpPr>
          <p:cNvPr id="6" name="Rectangle 5"/>
          <p:cNvSpPr/>
          <p:nvPr/>
        </p:nvSpPr>
        <p:spPr>
          <a:xfrm>
            <a:off x="4389120" y="1463040"/>
            <a:ext cx="3383280" cy="365760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389120" y="1463040"/>
            <a:ext cx="3383280" cy="109728"/>
          </a:xfrm>
          <a:prstGeom prst="rect">
            <a:avLst/>
          </a:prstGeom>
          <a:solidFill>
            <a:srgbClr val="004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737360"/>
            <a:ext cx="3017520" cy="3200400"/>
          </a:xfrm>
          <a:prstGeom prst="rect">
            <a:avLst/>
          </a:prstGeom>
          <a:noFill/>
        </p:spPr>
        <p:txBody>
          <a:bodyPr wrap="square" lIns="45720" rIns="45720">
            <a:spAutoFit/>
          </a:bodyPr>
          <a:lstStyle/>
          <a:p>
            <a:pPr algn="l"/>
            <a:r>
              <a:rPr sz="1500" b="1" i="0">
                <a:solidFill>
                  <a:srgbClr val="004B4E"/>
                </a:solidFill>
                <a:latin typeface="Manrope"/>
              </a:rPr>
              <a:t>Managed B2B Events
</a:t>
            </a:r>
          </a:p>
          <a:p>
            <a:pPr algn="l"/>
            <a:r>
              <a:rPr sz="1000" b="1" i="0">
                <a:solidFill>
                  <a:srgbClr val="00A5A3"/>
                </a:solidFill>
                <a:latin typeface="Manrope"/>
              </a:rPr>
              <a:t>Curation &amp; Turnkey Management
</a:t>
            </a:r>
          </a:p>
          <a:p>
            <a:pPr algn="l">
              <a:lnSpc>
                <a:spcPct val="130000"/>
              </a:lnSpc>
            </a:pPr>
            <a:r>
              <a:rPr sz="1100" b="0" i="0">
                <a:solidFill>
                  <a:srgbClr val="3C3C3C"/>
                </a:solidFill>
                <a:latin typeface="Manrope"/>
              </a:rPr>
              <a:t>End-to-end turnkey services to manage partner-led events or launch new ones. We drive concept creation, speaker curation, operations, database marketing, database building, and PR.
Examples include Bengaluru Skill Summit (with Govt) and Dubai FinTech Summit (with DIFC).</a:t>
            </a:r>
          </a:p>
        </p:txBody>
      </p:sp>
      <p:sp>
        <p:nvSpPr>
          <p:cNvPr id="9" name="Rectangle 8"/>
          <p:cNvSpPr/>
          <p:nvPr/>
        </p:nvSpPr>
        <p:spPr>
          <a:xfrm>
            <a:off x="8046720" y="1463040"/>
            <a:ext cx="3383280" cy="365760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046720" y="1463040"/>
            <a:ext cx="3383280" cy="109728"/>
          </a:xfrm>
          <a:prstGeom prst="rect">
            <a:avLst/>
          </a:prstGeom>
          <a:solidFill>
            <a:srgbClr val="004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0" y="1737360"/>
            <a:ext cx="3017520" cy="3200400"/>
          </a:xfrm>
          <a:prstGeom prst="rect">
            <a:avLst/>
          </a:prstGeom>
          <a:noFill/>
        </p:spPr>
        <p:txBody>
          <a:bodyPr wrap="square" lIns="45720" rIns="45720">
            <a:spAutoFit/>
          </a:bodyPr>
          <a:lstStyle/>
          <a:p>
            <a:pPr algn="l"/>
            <a:r>
              <a:rPr sz="1500" b="1" i="0">
                <a:solidFill>
                  <a:srgbClr val="004B4E"/>
                </a:solidFill>
                <a:latin typeface="Manrope"/>
              </a:rPr>
              <a:t>Bespoke Events
</a:t>
            </a:r>
          </a:p>
          <a:p>
            <a:pPr algn="l"/>
            <a:r>
              <a:rPr sz="1000" b="1" i="0">
                <a:solidFill>
                  <a:srgbClr val="00A5A3"/>
                </a:solidFill>
                <a:latin typeface="Manrope"/>
              </a:rPr>
              <a:t>Targeted Account Matchmaking
</a:t>
            </a:r>
          </a:p>
          <a:p>
            <a:pPr algn="l">
              <a:lnSpc>
                <a:spcPct val="130000"/>
              </a:lnSpc>
            </a:pPr>
            <a:r>
              <a:rPr sz="1100" b="0" i="0">
                <a:solidFill>
                  <a:srgbClr val="3C3C3C"/>
                </a:solidFill>
                <a:latin typeface="Manrope"/>
              </a:rPr>
              <a:t>Highly customized B2B engagements designed to drive concrete deal-flow and pipeline.
Includes structured VIP Roundtables, Boardrooms, Roadshows, and closed-door bootcamps connecting tech vendors directly with pre-qualified buyers.</a:t>
            </a:r>
          </a:p>
        </p:txBody>
      </p:sp>
      <p:sp>
        <p:nvSpPr>
          <p:cNvPr id="12" name="Rectangle 11"/>
          <p:cNvSpPr/>
          <p:nvPr/>
        </p:nvSpPr>
        <p:spPr>
          <a:xfrm>
            <a:off x="731520" y="5303520"/>
            <a:ext cx="10698480" cy="914400"/>
          </a:xfrm>
          <a:prstGeom prst="rect">
            <a:avLst/>
          </a:prstGeom>
          <a:solidFill>
            <a:srgbClr val="004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 y="5440680"/>
            <a:ext cx="10058400" cy="640080"/>
          </a:xfrm>
          <a:prstGeom prst="rect">
            <a:avLst/>
          </a:prstGeom>
          <a:noFill/>
        </p:spPr>
        <p:txBody>
          <a:bodyPr wrap="square" lIns="45720" rIns="45720">
            <a:spAutoFit/>
          </a:bodyPr>
          <a:lstStyle/>
          <a:p>
            <a:pPr algn="l"/>
            <a:r>
              <a:rPr sz="1100" b="1" i="0">
                <a:solidFill>
                  <a:srgbClr val="E6FFA6"/>
                </a:solidFill>
                <a:latin typeface="Manrope"/>
              </a:rPr>
              <a:t>SUPPORTING PILLAR: EDUCATION &amp; TRAINING  |  Upskilling &amp; Capacity Building
</a:t>
            </a:r>
          </a:p>
          <a:p>
            <a:pPr algn="l"/>
            <a:r>
              <a:rPr sz="1100" b="0" i="0">
                <a:solidFill>
                  <a:srgbClr val="FFFFFF"/>
                </a:solidFill>
                <a:latin typeface="Manrope"/>
              </a:rPr>
              <a:t>Empowering professionals and teams through half-day upskilling workshops, full-day intensive bootcamps, and multi-day corporate training programs.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1E23"/>
        </a:solidFill>
        <a:effectLst/>
      </p:bgPr>
    </p:bg>
    <p:spTree>
      <p:nvGrpSpPr>
        <p:cNvPr id="1" name=""/>
        <p:cNvGrpSpPr/>
        <p:nvPr/>
      </p:nvGrpSpPr>
      <p:grpSpPr>
        <a:xfrm>
          <a:off x="0" y="0"/>
          <a:ext cx="0" cy="0"/>
          <a:chOff x="0" y="0"/>
          <a:chExt cx="0" cy="0"/>
        </a:xfrm>
      </p:grpSpPr>
      <p:sp>
        <p:nvSpPr>
          <p:cNvPr id="119" name="Oval 118">
            <a:extLst>
              <a:ext uri="{FF2B5EF4-FFF2-40B4-BE49-F238E27FC236}">
                <a16:creationId xmlns:a16="http://schemas.microsoft.com/office/drawing/2014/main" id="{01C92C7D-3FA4-454C-B5BF-7990511C0FBE}"/>
              </a:ext>
            </a:extLst>
          </p:cNvPr>
          <p:cNvSpPr/>
          <p:nvPr/>
        </p:nvSpPr>
        <p:spPr>
          <a:xfrm>
            <a:off x="-53975" y="223202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18" name="Oval 117">
            <a:extLst>
              <a:ext uri="{FF2B5EF4-FFF2-40B4-BE49-F238E27FC236}">
                <a16:creationId xmlns:a16="http://schemas.microsoft.com/office/drawing/2014/main" id="{605CCF85-686A-4E52-9D81-8512EBBFD920}"/>
              </a:ext>
            </a:extLst>
          </p:cNvPr>
          <p:cNvSpPr/>
          <p:nvPr/>
        </p:nvSpPr>
        <p:spPr>
          <a:xfrm>
            <a:off x="201976" y="221765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17" name="Oval 116">
            <a:extLst>
              <a:ext uri="{FF2B5EF4-FFF2-40B4-BE49-F238E27FC236}">
                <a16:creationId xmlns:a16="http://schemas.microsoft.com/office/drawing/2014/main" id="{213076D1-A06F-4B66-A64C-5BAE31C7C6B5}"/>
              </a:ext>
            </a:extLst>
          </p:cNvPr>
          <p:cNvSpPr/>
          <p:nvPr/>
        </p:nvSpPr>
        <p:spPr>
          <a:xfrm>
            <a:off x="454708" y="217471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16" name="Oval 115">
            <a:extLst>
              <a:ext uri="{FF2B5EF4-FFF2-40B4-BE49-F238E27FC236}">
                <a16:creationId xmlns:a16="http://schemas.microsoft.com/office/drawing/2014/main" id="{A9C0DDBB-EC5E-484D-A364-A95FEE4200F3}"/>
              </a:ext>
            </a:extLst>
          </p:cNvPr>
          <p:cNvSpPr/>
          <p:nvPr/>
        </p:nvSpPr>
        <p:spPr>
          <a:xfrm>
            <a:off x="701043" y="210374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15" name="Oval 114">
            <a:extLst>
              <a:ext uri="{FF2B5EF4-FFF2-40B4-BE49-F238E27FC236}">
                <a16:creationId xmlns:a16="http://schemas.microsoft.com/office/drawing/2014/main" id="{CB76FC22-9B62-4C7C-99DE-8328A73DEDF7}"/>
              </a:ext>
            </a:extLst>
          </p:cNvPr>
          <p:cNvSpPr/>
          <p:nvPr/>
        </p:nvSpPr>
        <p:spPr>
          <a:xfrm>
            <a:off x="937883" y="200564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14" name="Oval 113">
            <a:extLst>
              <a:ext uri="{FF2B5EF4-FFF2-40B4-BE49-F238E27FC236}">
                <a16:creationId xmlns:a16="http://schemas.microsoft.com/office/drawing/2014/main" id="{5B082FDB-C58B-4850-A29A-7474F9DC75ED}"/>
              </a:ext>
            </a:extLst>
          </p:cNvPr>
          <p:cNvSpPr/>
          <p:nvPr/>
        </p:nvSpPr>
        <p:spPr>
          <a:xfrm>
            <a:off x="1162250" y="1881637"/>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13" name="Oval 112">
            <a:extLst>
              <a:ext uri="{FF2B5EF4-FFF2-40B4-BE49-F238E27FC236}">
                <a16:creationId xmlns:a16="http://schemas.microsoft.com/office/drawing/2014/main" id="{5E98C2FB-B79C-4306-AB46-F18CF94B939B}"/>
              </a:ext>
            </a:extLst>
          </p:cNvPr>
          <p:cNvSpPr/>
          <p:nvPr/>
        </p:nvSpPr>
        <p:spPr>
          <a:xfrm>
            <a:off x="1371323" y="173329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12" name="Oval 111">
            <a:extLst>
              <a:ext uri="{FF2B5EF4-FFF2-40B4-BE49-F238E27FC236}">
                <a16:creationId xmlns:a16="http://schemas.microsoft.com/office/drawing/2014/main" id="{BDFFAAAF-CE95-4B58-BC8D-0A0E2ADA4BD1}"/>
              </a:ext>
            </a:extLst>
          </p:cNvPr>
          <p:cNvSpPr/>
          <p:nvPr/>
        </p:nvSpPr>
        <p:spPr>
          <a:xfrm>
            <a:off x="1562471" y="156247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11" name="Oval 110">
            <a:extLst>
              <a:ext uri="{FF2B5EF4-FFF2-40B4-BE49-F238E27FC236}">
                <a16:creationId xmlns:a16="http://schemas.microsoft.com/office/drawing/2014/main" id="{72EF6BDE-BB96-4994-9954-84ABC8E3167E}"/>
              </a:ext>
            </a:extLst>
          </p:cNvPr>
          <p:cNvSpPr/>
          <p:nvPr/>
        </p:nvSpPr>
        <p:spPr>
          <a:xfrm>
            <a:off x="1733292" y="137132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10" name="Oval 109">
            <a:extLst>
              <a:ext uri="{FF2B5EF4-FFF2-40B4-BE49-F238E27FC236}">
                <a16:creationId xmlns:a16="http://schemas.microsoft.com/office/drawing/2014/main" id="{39118E29-41AA-472E-AB9A-E62FA673D686}"/>
              </a:ext>
            </a:extLst>
          </p:cNvPr>
          <p:cNvSpPr/>
          <p:nvPr/>
        </p:nvSpPr>
        <p:spPr>
          <a:xfrm>
            <a:off x="1881637" y="116225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9" name="Oval 108">
            <a:extLst>
              <a:ext uri="{FF2B5EF4-FFF2-40B4-BE49-F238E27FC236}">
                <a16:creationId xmlns:a16="http://schemas.microsoft.com/office/drawing/2014/main" id="{1AF11395-E0C0-4373-B01F-C2BF33C4661D}"/>
              </a:ext>
            </a:extLst>
          </p:cNvPr>
          <p:cNvSpPr/>
          <p:nvPr/>
        </p:nvSpPr>
        <p:spPr>
          <a:xfrm>
            <a:off x="2005640" y="93788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8" name="Oval 107">
            <a:extLst>
              <a:ext uri="{FF2B5EF4-FFF2-40B4-BE49-F238E27FC236}">
                <a16:creationId xmlns:a16="http://schemas.microsoft.com/office/drawing/2014/main" id="{7C05ADE5-29DA-4C1D-BB65-19EF9EDA4CB2}"/>
              </a:ext>
            </a:extLst>
          </p:cNvPr>
          <p:cNvSpPr/>
          <p:nvPr/>
        </p:nvSpPr>
        <p:spPr>
          <a:xfrm>
            <a:off x="2103742" y="70104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7" name="Oval 106">
            <a:extLst>
              <a:ext uri="{FF2B5EF4-FFF2-40B4-BE49-F238E27FC236}">
                <a16:creationId xmlns:a16="http://schemas.microsoft.com/office/drawing/2014/main" id="{41DF79EE-DC2C-4274-9D7B-98D33E754135}"/>
              </a:ext>
            </a:extLst>
          </p:cNvPr>
          <p:cNvSpPr/>
          <p:nvPr/>
        </p:nvSpPr>
        <p:spPr>
          <a:xfrm>
            <a:off x="2174710" y="454708"/>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6" name="Oval 105">
            <a:extLst>
              <a:ext uri="{FF2B5EF4-FFF2-40B4-BE49-F238E27FC236}">
                <a16:creationId xmlns:a16="http://schemas.microsoft.com/office/drawing/2014/main" id="{058E0140-5530-4D05-9F43-3D05D6916E47}"/>
              </a:ext>
            </a:extLst>
          </p:cNvPr>
          <p:cNvSpPr/>
          <p:nvPr/>
        </p:nvSpPr>
        <p:spPr>
          <a:xfrm>
            <a:off x="2217651" y="201976"/>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5" name="Oval 104">
            <a:extLst>
              <a:ext uri="{FF2B5EF4-FFF2-40B4-BE49-F238E27FC236}">
                <a16:creationId xmlns:a16="http://schemas.microsoft.com/office/drawing/2014/main" id="{C115EDBF-CBFC-4260-8B6A-75CF2D6C4B79}"/>
              </a:ext>
            </a:extLst>
          </p:cNvPr>
          <p:cNvSpPr/>
          <p:nvPr/>
        </p:nvSpPr>
        <p:spPr>
          <a:xfrm>
            <a:off x="2232025" y="-5397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4" name="Oval 103">
            <a:extLst>
              <a:ext uri="{FF2B5EF4-FFF2-40B4-BE49-F238E27FC236}">
                <a16:creationId xmlns:a16="http://schemas.microsoft.com/office/drawing/2014/main" id="{E65F460D-B36C-4CE8-AD1A-2A56DACE9FEB}"/>
              </a:ext>
            </a:extLst>
          </p:cNvPr>
          <p:cNvSpPr/>
          <p:nvPr/>
        </p:nvSpPr>
        <p:spPr>
          <a:xfrm>
            <a:off x="-44450" y="17970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3" name="Oval 102">
            <a:extLst>
              <a:ext uri="{FF2B5EF4-FFF2-40B4-BE49-F238E27FC236}">
                <a16:creationId xmlns:a16="http://schemas.microsoft.com/office/drawing/2014/main" id="{98E2A62B-6988-4552-83C2-2D9166374B46}"/>
              </a:ext>
            </a:extLst>
          </p:cNvPr>
          <p:cNvSpPr/>
          <p:nvPr/>
        </p:nvSpPr>
        <p:spPr>
          <a:xfrm>
            <a:off x="217623" y="177830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2" name="Oval 101">
            <a:extLst>
              <a:ext uri="{FF2B5EF4-FFF2-40B4-BE49-F238E27FC236}">
                <a16:creationId xmlns:a16="http://schemas.microsoft.com/office/drawing/2014/main" id="{E9F05A8E-FA88-4DED-9D81-2C96B85E205E}"/>
              </a:ext>
            </a:extLst>
          </p:cNvPr>
          <p:cNvSpPr/>
          <p:nvPr/>
        </p:nvSpPr>
        <p:spPr>
          <a:xfrm>
            <a:off x="474360" y="172245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1" name="Oval 100">
            <a:extLst>
              <a:ext uri="{FF2B5EF4-FFF2-40B4-BE49-F238E27FC236}">
                <a16:creationId xmlns:a16="http://schemas.microsoft.com/office/drawing/2014/main" id="{D8AA837D-F1A8-4700-890E-5C3A92D6BEFB}"/>
              </a:ext>
            </a:extLst>
          </p:cNvPr>
          <p:cNvSpPr/>
          <p:nvPr/>
        </p:nvSpPr>
        <p:spPr>
          <a:xfrm>
            <a:off x="720537" y="16306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0" name="Oval 99">
            <a:extLst>
              <a:ext uri="{FF2B5EF4-FFF2-40B4-BE49-F238E27FC236}">
                <a16:creationId xmlns:a16="http://schemas.microsoft.com/office/drawing/2014/main" id="{09643E1B-F79F-43FC-BDCA-714C34D04353}"/>
              </a:ext>
            </a:extLst>
          </p:cNvPr>
          <p:cNvSpPr/>
          <p:nvPr/>
        </p:nvSpPr>
        <p:spPr>
          <a:xfrm>
            <a:off x="951140" y="1504718"/>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3719FC7B-EE08-4954-953E-A54247C14947}"/>
              </a:ext>
            </a:extLst>
          </p:cNvPr>
          <p:cNvSpPr/>
          <p:nvPr/>
        </p:nvSpPr>
        <p:spPr>
          <a:xfrm>
            <a:off x="1161476" y="134726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8" name="Oval 97">
            <a:extLst>
              <a:ext uri="{FF2B5EF4-FFF2-40B4-BE49-F238E27FC236}">
                <a16:creationId xmlns:a16="http://schemas.microsoft.com/office/drawing/2014/main" id="{D76F20A4-C765-4DFF-8FED-6B587B3144C8}"/>
              </a:ext>
            </a:extLst>
          </p:cNvPr>
          <p:cNvSpPr/>
          <p:nvPr/>
        </p:nvSpPr>
        <p:spPr>
          <a:xfrm>
            <a:off x="1347263" y="116147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7" name="Oval 96">
            <a:extLst>
              <a:ext uri="{FF2B5EF4-FFF2-40B4-BE49-F238E27FC236}">
                <a16:creationId xmlns:a16="http://schemas.microsoft.com/office/drawing/2014/main" id="{B995C3CE-0962-4DE1-829A-C68A2D326E41}"/>
              </a:ext>
            </a:extLst>
          </p:cNvPr>
          <p:cNvSpPr/>
          <p:nvPr/>
        </p:nvSpPr>
        <p:spPr>
          <a:xfrm>
            <a:off x="1504718" y="95114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6" name="Oval 95">
            <a:extLst>
              <a:ext uri="{FF2B5EF4-FFF2-40B4-BE49-F238E27FC236}">
                <a16:creationId xmlns:a16="http://schemas.microsoft.com/office/drawing/2014/main" id="{DE690B57-4A83-4AD6-AE94-18AD8FAECDF6}"/>
              </a:ext>
            </a:extLst>
          </p:cNvPr>
          <p:cNvSpPr/>
          <p:nvPr/>
        </p:nvSpPr>
        <p:spPr>
          <a:xfrm>
            <a:off x="1630637" y="7205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5" name="Oval 94">
            <a:extLst>
              <a:ext uri="{FF2B5EF4-FFF2-40B4-BE49-F238E27FC236}">
                <a16:creationId xmlns:a16="http://schemas.microsoft.com/office/drawing/2014/main" id="{6D4CFD9B-2122-4895-9588-5804B86B7250}"/>
              </a:ext>
            </a:extLst>
          </p:cNvPr>
          <p:cNvSpPr/>
          <p:nvPr/>
        </p:nvSpPr>
        <p:spPr>
          <a:xfrm>
            <a:off x="1722456" y="47436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4" name="Oval 93">
            <a:extLst>
              <a:ext uri="{FF2B5EF4-FFF2-40B4-BE49-F238E27FC236}">
                <a16:creationId xmlns:a16="http://schemas.microsoft.com/office/drawing/2014/main" id="{0976873E-6A73-42CC-9B7B-47A1D9729C4C}"/>
              </a:ext>
            </a:extLst>
          </p:cNvPr>
          <p:cNvSpPr/>
          <p:nvPr/>
        </p:nvSpPr>
        <p:spPr>
          <a:xfrm>
            <a:off x="1778306" y="21762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3" name="Oval 92">
            <a:extLst>
              <a:ext uri="{FF2B5EF4-FFF2-40B4-BE49-F238E27FC236}">
                <a16:creationId xmlns:a16="http://schemas.microsoft.com/office/drawing/2014/main" id="{6A235F0F-E2BF-4A54-AD4C-01EEBFEE9D8C}"/>
              </a:ext>
            </a:extLst>
          </p:cNvPr>
          <p:cNvSpPr/>
          <p:nvPr/>
        </p:nvSpPr>
        <p:spPr>
          <a:xfrm>
            <a:off x="1797050" y="-444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2" name="Oval 91">
            <a:extLst>
              <a:ext uri="{FF2B5EF4-FFF2-40B4-BE49-F238E27FC236}">
                <a16:creationId xmlns:a16="http://schemas.microsoft.com/office/drawing/2014/main" id="{0D722F16-3018-40A6-A01E-E7CBA0BED6BE}"/>
              </a:ext>
            </a:extLst>
          </p:cNvPr>
          <p:cNvSpPr/>
          <p:nvPr/>
        </p:nvSpPr>
        <p:spPr>
          <a:xfrm>
            <a:off x="-34925" y="136207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1" name="Oval 90">
            <a:extLst>
              <a:ext uri="{FF2B5EF4-FFF2-40B4-BE49-F238E27FC236}">
                <a16:creationId xmlns:a16="http://schemas.microsoft.com/office/drawing/2014/main" id="{D4C23C4D-B6CD-4BFA-9DDC-21284CB20E1D}"/>
              </a:ext>
            </a:extLst>
          </p:cNvPr>
          <p:cNvSpPr/>
          <p:nvPr/>
        </p:nvSpPr>
        <p:spPr>
          <a:xfrm>
            <a:off x="237616" y="1335232"/>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0" name="Oval 89">
            <a:extLst>
              <a:ext uri="{FF2B5EF4-FFF2-40B4-BE49-F238E27FC236}">
                <a16:creationId xmlns:a16="http://schemas.microsoft.com/office/drawing/2014/main" id="{0EE14616-2EA8-4E05-A618-1112DD07E104}"/>
              </a:ext>
            </a:extLst>
          </p:cNvPr>
          <p:cNvSpPr/>
          <p:nvPr/>
        </p:nvSpPr>
        <p:spPr>
          <a:xfrm>
            <a:off x="499684" y="125573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9" name="Oval 88">
            <a:extLst>
              <a:ext uri="{FF2B5EF4-FFF2-40B4-BE49-F238E27FC236}">
                <a16:creationId xmlns:a16="http://schemas.microsoft.com/office/drawing/2014/main" id="{3A31F52B-F886-4DDC-8709-E99ABA4BFDE8}"/>
              </a:ext>
            </a:extLst>
          </p:cNvPr>
          <p:cNvSpPr/>
          <p:nvPr/>
        </p:nvSpPr>
        <p:spPr>
          <a:xfrm>
            <a:off x="741207" y="1126638"/>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8" name="Oval 87">
            <a:extLst>
              <a:ext uri="{FF2B5EF4-FFF2-40B4-BE49-F238E27FC236}">
                <a16:creationId xmlns:a16="http://schemas.microsoft.com/office/drawing/2014/main" id="{8585A041-2991-4EB4-AD67-ABC9DF4D1C45}"/>
              </a:ext>
            </a:extLst>
          </p:cNvPr>
          <p:cNvSpPr/>
          <p:nvPr/>
        </p:nvSpPr>
        <p:spPr>
          <a:xfrm>
            <a:off x="952903" y="952903"/>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7" name="Oval 86">
            <a:extLst>
              <a:ext uri="{FF2B5EF4-FFF2-40B4-BE49-F238E27FC236}">
                <a16:creationId xmlns:a16="http://schemas.microsoft.com/office/drawing/2014/main" id="{F268640F-0488-4F0A-BB9B-6E98AA1963FA}"/>
              </a:ext>
            </a:extLst>
          </p:cNvPr>
          <p:cNvSpPr/>
          <p:nvPr/>
        </p:nvSpPr>
        <p:spPr>
          <a:xfrm>
            <a:off x="1126638" y="741207"/>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6" name="Oval 85">
            <a:extLst>
              <a:ext uri="{FF2B5EF4-FFF2-40B4-BE49-F238E27FC236}">
                <a16:creationId xmlns:a16="http://schemas.microsoft.com/office/drawing/2014/main" id="{878807EF-72E1-4E18-A472-B7D6C30CE75F}"/>
              </a:ext>
            </a:extLst>
          </p:cNvPr>
          <p:cNvSpPr/>
          <p:nvPr/>
        </p:nvSpPr>
        <p:spPr>
          <a:xfrm>
            <a:off x="1255735" y="499684"/>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5" name="Oval 84">
            <a:extLst>
              <a:ext uri="{FF2B5EF4-FFF2-40B4-BE49-F238E27FC236}">
                <a16:creationId xmlns:a16="http://schemas.microsoft.com/office/drawing/2014/main" id="{277EFD6D-4BF8-4000-AB74-59AAF1D73774}"/>
              </a:ext>
            </a:extLst>
          </p:cNvPr>
          <p:cNvSpPr/>
          <p:nvPr/>
        </p:nvSpPr>
        <p:spPr>
          <a:xfrm>
            <a:off x="1335232" y="237616"/>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4" name="Oval 83">
            <a:extLst>
              <a:ext uri="{FF2B5EF4-FFF2-40B4-BE49-F238E27FC236}">
                <a16:creationId xmlns:a16="http://schemas.microsoft.com/office/drawing/2014/main" id="{52D8516D-0CFE-4C9E-9AC1-2218EB759DBD}"/>
              </a:ext>
            </a:extLst>
          </p:cNvPr>
          <p:cNvSpPr/>
          <p:nvPr/>
        </p:nvSpPr>
        <p:spPr>
          <a:xfrm>
            <a:off x="1362075" y="-3492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EAB7327C-DE90-41B5-B7A1-4CCD1052D127}"/>
              </a:ext>
            </a:extLst>
          </p:cNvPr>
          <p:cNvSpPr/>
          <p:nvPr/>
        </p:nvSpPr>
        <p:spPr>
          <a:xfrm>
            <a:off x="-25400" y="9271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2" name="Oval 81">
            <a:extLst>
              <a:ext uri="{FF2B5EF4-FFF2-40B4-BE49-F238E27FC236}">
                <a16:creationId xmlns:a16="http://schemas.microsoft.com/office/drawing/2014/main" id="{B3A8DF50-510D-489C-AD53-FCD362539C82}"/>
              </a:ext>
            </a:extLst>
          </p:cNvPr>
          <p:cNvSpPr/>
          <p:nvPr/>
        </p:nvSpPr>
        <p:spPr>
          <a:xfrm>
            <a:off x="268939" y="880481"/>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7D22DF00-7359-4803-BCC7-289D58A18975}"/>
              </a:ext>
            </a:extLst>
          </p:cNvPr>
          <p:cNvSpPr/>
          <p:nvPr/>
        </p:nvSpPr>
        <p:spPr>
          <a:xfrm>
            <a:off x="534465" y="74518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EFFB777E-D5D3-4F70-BC89-F1F4F4BF5133}"/>
              </a:ext>
            </a:extLst>
          </p:cNvPr>
          <p:cNvSpPr/>
          <p:nvPr/>
        </p:nvSpPr>
        <p:spPr>
          <a:xfrm>
            <a:off x="745189" y="534465"/>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9" name="Oval 78">
            <a:extLst>
              <a:ext uri="{FF2B5EF4-FFF2-40B4-BE49-F238E27FC236}">
                <a16:creationId xmlns:a16="http://schemas.microsoft.com/office/drawing/2014/main" id="{B2C04579-3422-40EA-AC00-14A556F89324}"/>
              </a:ext>
            </a:extLst>
          </p:cNvPr>
          <p:cNvSpPr/>
          <p:nvPr/>
        </p:nvSpPr>
        <p:spPr>
          <a:xfrm>
            <a:off x="880481" y="26893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068DC1B3-03C0-4D71-9BE4-9E58C386B295}"/>
              </a:ext>
            </a:extLst>
          </p:cNvPr>
          <p:cNvSpPr/>
          <p:nvPr/>
        </p:nvSpPr>
        <p:spPr>
          <a:xfrm>
            <a:off x="927100" y="-254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58B56132-6D1A-45A5-91C5-612D1C7722F7}"/>
              </a:ext>
            </a:extLst>
          </p:cNvPr>
          <p:cNvSpPr/>
          <p:nvPr/>
        </p:nvSpPr>
        <p:spPr>
          <a:xfrm>
            <a:off x="-15875" y="49212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D8BA2794-B15C-4A03-9023-FC72A43FC7BA}"/>
              </a:ext>
            </a:extLst>
          </p:cNvPr>
          <p:cNvSpPr/>
          <p:nvPr/>
        </p:nvSpPr>
        <p:spPr>
          <a:xfrm>
            <a:off x="343335" y="34333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5" name="Oval 74">
            <a:extLst>
              <a:ext uri="{FF2B5EF4-FFF2-40B4-BE49-F238E27FC236}">
                <a16:creationId xmlns:a16="http://schemas.microsoft.com/office/drawing/2014/main" id="{29DE6C92-7D68-4542-A063-E3F50F58C034}"/>
              </a:ext>
            </a:extLst>
          </p:cNvPr>
          <p:cNvSpPr/>
          <p:nvPr/>
        </p:nvSpPr>
        <p:spPr>
          <a:xfrm>
            <a:off x="492125" y="-1587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4" name="Oval 73">
            <a:extLst>
              <a:ext uri="{FF2B5EF4-FFF2-40B4-BE49-F238E27FC236}">
                <a16:creationId xmlns:a16="http://schemas.microsoft.com/office/drawing/2014/main" id="{8770B9F6-5018-4DCD-A722-F73964260206}"/>
              </a:ext>
            </a:extLst>
          </p:cNvPr>
          <p:cNvSpPr/>
          <p:nvPr/>
        </p:nvSpPr>
        <p:spPr>
          <a:xfrm>
            <a:off x="12138025" y="4518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3" name="Oval 72">
            <a:extLst>
              <a:ext uri="{FF2B5EF4-FFF2-40B4-BE49-F238E27FC236}">
                <a16:creationId xmlns:a16="http://schemas.microsoft.com/office/drawing/2014/main" id="{D6022CA4-737B-4619-8C78-BCFB57F07691}"/>
              </a:ext>
            </a:extLst>
          </p:cNvPr>
          <p:cNvSpPr/>
          <p:nvPr/>
        </p:nvSpPr>
        <p:spPr>
          <a:xfrm>
            <a:off x="11882074" y="453239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2" name="Oval 71">
            <a:extLst>
              <a:ext uri="{FF2B5EF4-FFF2-40B4-BE49-F238E27FC236}">
                <a16:creationId xmlns:a16="http://schemas.microsoft.com/office/drawing/2014/main" id="{5E7D0341-4733-4A32-8B9E-A67F063F9CD2}"/>
              </a:ext>
            </a:extLst>
          </p:cNvPr>
          <p:cNvSpPr/>
          <p:nvPr/>
        </p:nvSpPr>
        <p:spPr>
          <a:xfrm>
            <a:off x="11629342" y="457534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1" name="Oval 70">
            <a:extLst>
              <a:ext uri="{FF2B5EF4-FFF2-40B4-BE49-F238E27FC236}">
                <a16:creationId xmlns:a16="http://schemas.microsoft.com/office/drawing/2014/main" id="{E6096337-EB1D-472C-B315-2C993E7C4275}"/>
              </a:ext>
            </a:extLst>
          </p:cNvPr>
          <p:cNvSpPr/>
          <p:nvPr/>
        </p:nvSpPr>
        <p:spPr>
          <a:xfrm>
            <a:off x="11383007" y="464630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243A6A70-58D8-45F4-A39F-340BC1275F61}"/>
              </a:ext>
            </a:extLst>
          </p:cNvPr>
          <p:cNvSpPr/>
          <p:nvPr/>
        </p:nvSpPr>
        <p:spPr>
          <a:xfrm>
            <a:off x="11146167" y="474441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9" name="Oval 68">
            <a:extLst>
              <a:ext uri="{FF2B5EF4-FFF2-40B4-BE49-F238E27FC236}">
                <a16:creationId xmlns:a16="http://schemas.microsoft.com/office/drawing/2014/main" id="{EAE938D4-84CA-47E0-9922-367E14AD5803}"/>
              </a:ext>
            </a:extLst>
          </p:cNvPr>
          <p:cNvSpPr/>
          <p:nvPr/>
        </p:nvSpPr>
        <p:spPr>
          <a:xfrm>
            <a:off x="10921800" y="4868413"/>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8" name="Oval 67">
            <a:extLst>
              <a:ext uri="{FF2B5EF4-FFF2-40B4-BE49-F238E27FC236}">
                <a16:creationId xmlns:a16="http://schemas.microsoft.com/office/drawing/2014/main" id="{26F88D0E-A4A8-47EF-8426-5E46B1A0414A}"/>
              </a:ext>
            </a:extLst>
          </p:cNvPr>
          <p:cNvSpPr/>
          <p:nvPr/>
        </p:nvSpPr>
        <p:spPr>
          <a:xfrm>
            <a:off x="10712728" y="501675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25049015-3584-4F7D-9ECE-55310870F4FE}"/>
              </a:ext>
            </a:extLst>
          </p:cNvPr>
          <p:cNvSpPr/>
          <p:nvPr/>
        </p:nvSpPr>
        <p:spPr>
          <a:xfrm>
            <a:off x="10521579" y="518757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0505DBE7-7E9E-4712-A4AB-C0D44A0107E0}"/>
              </a:ext>
            </a:extLst>
          </p:cNvPr>
          <p:cNvSpPr/>
          <p:nvPr/>
        </p:nvSpPr>
        <p:spPr>
          <a:xfrm>
            <a:off x="10350758" y="537872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2982C5A8-E923-4338-930B-BEB2AAA80EEB}"/>
              </a:ext>
            </a:extLst>
          </p:cNvPr>
          <p:cNvSpPr/>
          <p:nvPr/>
        </p:nvSpPr>
        <p:spPr>
          <a:xfrm>
            <a:off x="10202414" y="558780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42240C2F-2C1B-457F-9974-A2D3799DF3D2}"/>
              </a:ext>
            </a:extLst>
          </p:cNvPr>
          <p:cNvSpPr/>
          <p:nvPr/>
        </p:nvSpPr>
        <p:spPr>
          <a:xfrm>
            <a:off x="10078410" y="581216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80940D0A-8087-4BF3-A398-AF19AA8DD5DE}"/>
              </a:ext>
            </a:extLst>
          </p:cNvPr>
          <p:cNvSpPr/>
          <p:nvPr/>
        </p:nvSpPr>
        <p:spPr>
          <a:xfrm>
            <a:off x="9980308" y="604900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95DCA75F-15F7-4AC0-AF1C-764701A724C0}"/>
              </a:ext>
            </a:extLst>
          </p:cNvPr>
          <p:cNvSpPr/>
          <p:nvPr/>
        </p:nvSpPr>
        <p:spPr>
          <a:xfrm>
            <a:off x="9909340" y="6295342"/>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C89BD18E-9D5E-4030-9EB5-616DAE1B681C}"/>
              </a:ext>
            </a:extLst>
          </p:cNvPr>
          <p:cNvSpPr/>
          <p:nvPr/>
        </p:nvSpPr>
        <p:spPr>
          <a:xfrm>
            <a:off x="9866399" y="6548074"/>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0" name="Oval 59">
            <a:extLst>
              <a:ext uri="{FF2B5EF4-FFF2-40B4-BE49-F238E27FC236}">
                <a16:creationId xmlns:a16="http://schemas.microsoft.com/office/drawing/2014/main" id="{6EA4DE2D-E665-454A-9DFB-DED6261D29DF}"/>
              </a:ext>
            </a:extLst>
          </p:cNvPr>
          <p:cNvSpPr/>
          <p:nvPr/>
        </p:nvSpPr>
        <p:spPr>
          <a:xfrm>
            <a:off x="9852025" y="6804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A8CFEC99-A84D-4699-9AE1-E8AD22E4D250}"/>
              </a:ext>
            </a:extLst>
          </p:cNvPr>
          <p:cNvSpPr/>
          <p:nvPr/>
        </p:nvSpPr>
        <p:spPr>
          <a:xfrm>
            <a:off x="12147550" y="49720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8" name="Oval 57">
            <a:extLst>
              <a:ext uri="{FF2B5EF4-FFF2-40B4-BE49-F238E27FC236}">
                <a16:creationId xmlns:a16="http://schemas.microsoft.com/office/drawing/2014/main" id="{2EA2B824-854D-45BF-9AEC-9A54E3CABFE8}"/>
              </a:ext>
            </a:extLst>
          </p:cNvPr>
          <p:cNvSpPr/>
          <p:nvPr/>
        </p:nvSpPr>
        <p:spPr>
          <a:xfrm>
            <a:off x="11885477" y="499079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7" name="Oval 56">
            <a:extLst>
              <a:ext uri="{FF2B5EF4-FFF2-40B4-BE49-F238E27FC236}">
                <a16:creationId xmlns:a16="http://schemas.microsoft.com/office/drawing/2014/main" id="{545DAFEB-0034-49C0-A816-A884E297E292}"/>
              </a:ext>
            </a:extLst>
          </p:cNvPr>
          <p:cNvSpPr/>
          <p:nvPr/>
        </p:nvSpPr>
        <p:spPr>
          <a:xfrm>
            <a:off x="11628740" y="504664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F7414B48-8304-4E21-83A9-F6127290E392}"/>
              </a:ext>
            </a:extLst>
          </p:cNvPr>
          <p:cNvSpPr/>
          <p:nvPr/>
        </p:nvSpPr>
        <p:spPr>
          <a:xfrm>
            <a:off x="11382563" y="51384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5" name="Oval 54">
            <a:extLst>
              <a:ext uri="{FF2B5EF4-FFF2-40B4-BE49-F238E27FC236}">
                <a16:creationId xmlns:a16="http://schemas.microsoft.com/office/drawing/2014/main" id="{3AA08C7B-FE86-4FAB-B2E4-0596C0157395}"/>
              </a:ext>
            </a:extLst>
          </p:cNvPr>
          <p:cNvSpPr/>
          <p:nvPr/>
        </p:nvSpPr>
        <p:spPr>
          <a:xfrm>
            <a:off x="11151960" y="5264382"/>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4" name="Oval 53">
            <a:extLst>
              <a:ext uri="{FF2B5EF4-FFF2-40B4-BE49-F238E27FC236}">
                <a16:creationId xmlns:a16="http://schemas.microsoft.com/office/drawing/2014/main" id="{485AA75A-2B2D-4C55-B7A1-F9703207C373}"/>
              </a:ext>
            </a:extLst>
          </p:cNvPr>
          <p:cNvSpPr/>
          <p:nvPr/>
        </p:nvSpPr>
        <p:spPr>
          <a:xfrm>
            <a:off x="10941624" y="542183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FCF4588E-D4DB-4DC7-B825-0D68702F4C0B}"/>
              </a:ext>
            </a:extLst>
          </p:cNvPr>
          <p:cNvSpPr/>
          <p:nvPr/>
        </p:nvSpPr>
        <p:spPr>
          <a:xfrm>
            <a:off x="10755837" y="560762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F08C349A-3121-4E91-8B10-98BF59F4D229}"/>
              </a:ext>
            </a:extLst>
          </p:cNvPr>
          <p:cNvSpPr/>
          <p:nvPr/>
        </p:nvSpPr>
        <p:spPr>
          <a:xfrm>
            <a:off x="10598382" y="581796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5D0A2F0D-43A7-4123-8B87-2AE299925733}"/>
              </a:ext>
            </a:extLst>
          </p:cNvPr>
          <p:cNvSpPr/>
          <p:nvPr/>
        </p:nvSpPr>
        <p:spPr>
          <a:xfrm>
            <a:off x="10472462" y="60485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D9F5E9F7-2971-44A7-898B-E3E9354A13C4}"/>
              </a:ext>
            </a:extLst>
          </p:cNvPr>
          <p:cNvSpPr/>
          <p:nvPr/>
        </p:nvSpPr>
        <p:spPr>
          <a:xfrm>
            <a:off x="10380644" y="6294739"/>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3B26A374-492B-4C37-BBBD-159EF654A566}"/>
              </a:ext>
            </a:extLst>
          </p:cNvPr>
          <p:cNvSpPr/>
          <p:nvPr/>
        </p:nvSpPr>
        <p:spPr>
          <a:xfrm>
            <a:off x="10324794" y="655147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DFAC8D65-3B4B-4A58-BEEA-E2EA4D892968}"/>
              </a:ext>
            </a:extLst>
          </p:cNvPr>
          <p:cNvSpPr/>
          <p:nvPr/>
        </p:nvSpPr>
        <p:spPr>
          <a:xfrm>
            <a:off x="10306050" y="68135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22BDD81E-06AD-4C24-9818-6D2470022A61}"/>
              </a:ext>
            </a:extLst>
          </p:cNvPr>
          <p:cNvSpPr/>
          <p:nvPr/>
        </p:nvSpPr>
        <p:spPr>
          <a:xfrm>
            <a:off x="12157075" y="5426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0C40C094-6613-446C-A553-4A300C1509B9}"/>
              </a:ext>
            </a:extLst>
          </p:cNvPr>
          <p:cNvSpPr/>
          <p:nvPr/>
        </p:nvSpPr>
        <p:spPr>
          <a:xfrm>
            <a:off x="11884533" y="5452918"/>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6F47501A-F377-4F6B-96AB-4C0811998031}"/>
              </a:ext>
            </a:extLst>
          </p:cNvPr>
          <p:cNvSpPr/>
          <p:nvPr/>
        </p:nvSpPr>
        <p:spPr>
          <a:xfrm>
            <a:off x="11622467" y="553241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C937ABF5-8A90-4A54-A5A5-5DD483A9702B}"/>
              </a:ext>
            </a:extLst>
          </p:cNvPr>
          <p:cNvSpPr/>
          <p:nvPr/>
        </p:nvSpPr>
        <p:spPr>
          <a:xfrm>
            <a:off x="11380943" y="5661512"/>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20B4D935-C26E-4F6C-B5CB-D1B0AD892ACD}"/>
              </a:ext>
            </a:extLst>
          </p:cNvPr>
          <p:cNvSpPr/>
          <p:nvPr/>
        </p:nvSpPr>
        <p:spPr>
          <a:xfrm>
            <a:off x="11169247" y="5835247"/>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2DDD8687-D3E3-4230-9E5A-39038345FE9F}"/>
              </a:ext>
            </a:extLst>
          </p:cNvPr>
          <p:cNvSpPr/>
          <p:nvPr/>
        </p:nvSpPr>
        <p:spPr>
          <a:xfrm>
            <a:off x="10995512" y="604694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54CB4FAA-0087-42E7-A744-761943046613}"/>
              </a:ext>
            </a:extLst>
          </p:cNvPr>
          <p:cNvSpPr/>
          <p:nvPr/>
        </p:nvSpPr>
        <p:spPr>
          <a:xfrm>
            <a:off x="10866415" y="6288466"/>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9CC892A5-72D3-4F3D-AD33-46F46C101DD1}"/>
              </a:ext>
            </a:extLst>
          </p:cNvPr>
          <p:cNvSpPr/>
          <p:nvPr/>
        </p:nvSpPr>
        <p:spPr>
          <a:xfrm>
            <a:off x="10786918" y="655053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D31DFE1E-A46B-422B-A84B-523C14C8A98A}"/>
              </a:ext>
            </a:extLst>
          </p:cNvPr>
          <p:cNvSpPr/>
          <p:nvPr/>
        </p:nvSpPr>
        <p:spPr>
          <a:xfrm>
            <a:off x="10760075" y="6823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82C82025-EC63-4938-A370-0CC1392007B6}"/>
              </a:ext>
            </a:extLst>
          </p:cNvPr>
          <p:cNvSpPr/>
          <p:nvPr/>
        </p:nvSpPr>
        <p:spPr>
          <a:xfrm>
            <a:off x="12166600" y="58801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DA61EFC7-A44A-4AE1-8E94-33CFC9B51412}"/>
              </a:ext>
            </a:extLst>
          </p:cNvPr>
          <p:cNvSpPr/>
          <p:nvPr/>
        </p:nvSpPr>
        <p:spPr>
          <a:xfrm>
            <a:off x="11872261" y="5926719"/>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539B4CA2-816B-4609-82A8-4BCDB156CDF9}"/>
              </a:ext>
            </a:extLst>
          </p:cNvPr>
          <p:cNvSpPr/>
          <p:nvPr/>
        </p:nvSpPr>
        <p:spPr>
          <a:xfrm>
            <a:off x="11606734" y="606201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E213E77F-8416-43B8-B803-FA5EC067FADA}"/>
              </a:ext>
            </a:extLst>
          </p:cNvPr>
          <p:cNvSpPr/>
          <p:nvPr/>
        </p:nvSpPr>
        <p:spPr>
          <a:xfrm>
            <a:off x="11396011" y="6272735"/>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6AF79BF8-CB83-444C-9226-3C828D3441B6}"/>
              </a:ext>
            </a:extLst>
          </p:cNvPr>
          <p:cNvSpPr/>
          <p:nvPr/>
        </p:nvSpPr>
        <p:spPr>
          <a:xfrm>
            <a:off x="11260719" y="653826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BD985ADE-9427-4C41-A553-1B3E7289C344}"/>
              </a:ext>
            </a:extLst>
          </p:cNvPr>
          <p:cNvSpPr/>
          <p:nvPr/>
        </p:nvSpPr>
        <p:spPr>
          <a:xfrm>
            <a:off x="11214100" y="68326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FDAAB92D-EE67-4761-A2C2-B2A6B06985B4}"/>
              </a:ext>
            </a:extLst>
          </p:cNvPr>
          <p:cNvSpPr/>
          <p:nvPr/>
        </p:nvSpPr>
        <p:spPr>
          <a:xfrm>
            <a:off x="12176125" y="6334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2F7320DA-AB27-48A9-904C-FB193BA87AD2}"/>
              </a:ext>
            </a:extLst>
          </p:cNvPr>
          <p:cNvSpPr/>
          <p:nvPr/>
        </p:nvSpPr>
        <p:spPr>
          <a:xfrm>
            <a:off x="11816914" y="6482915"/>
            <a:ext cx="31750" cy="31749"/>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19D19314-8B8D-4090-ACEC-E2294837202B}"/>
              </a:ext>
            </a:extLst>
          </p:cNvPr>
          <p:cNvSpPr/>
          <p:nvPr/>
        </p:nvSpPr>
        <p:spPr>
          <a:xfrm>
            <a:off x="11668125" y="6842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TextBox 1"/>
          <p:cNvSpPr txBox="1"/>
          <p:nvPr/>
        </p:nvSpPr>
        <p:spPr>
          <a:xfrm>
            <a:off x="731520" y="457200"/>
            <a:ext cx="10698480" cy="731520"/>
          </a:xfrm>
          <a:prstGeom prst="rect">
            <a:avLst/>
          </a:prstGeom>
          <a:noFill/>
        </p:spPr>
        <p:txBody>
          <a:bodyPr wrap="square" lIns="45720" rIns="45720">
            <a:spAutoFit/>
          </a:bodyPr>
          <a:lstStyle/>
          <a:p>
            <a:pPr algn="l">
              <a:spcAft>
                <a:spcPts val="200"/>
              </a:spcAft>
            </a:pPr>
            <a:r>
              <a:rPr sz="1200" b="1" i="0">
                <a:solidFill>
                  <a:srgbClr val="00A5A3"/>
                </a:solidFill>
                <a:latin typeface="Manrope"/>
              </a:rPr>
              <a:t>05. INDUSTRIES WE TRANSFORM</a:t>
            </a:r>
          </a:p>
          <a:p>
            <a:pPr algn="l"/>
            <a:r>
              <a:rPr sz="2200" b="1" i="0">
                <a:solidFill>
                  <a:srgbClr val="FFFFFF"/>
                </a:solidFill>
                <a:latin typeface="Manrope"/>
              </a:rPr>
              <a:t>Driving Innovation Across Key Tech and Economic Verticals</a:t>
            </a:r>
          </a:p>
        </p:txBody>
      </p:sp>
      <p:sp>
        <p:nvSpPr>
          <p:cNvPr id="3" name="Rectangle 2"/>
          <p:cNvSpPr/>
          <p:nvPr/>
        </p:nvSpPr>
        <p:spPr>
          <a:xfrm>
            <a:off x="731520" y="1463040"/>
            <a:ext cx="3383280" cy="1371600"/>
          </a:xfrm>
          <a:prstGeom prst="rect">
            <a:avLst/>
          </a:prstGeom>
          <a:solidFill>
            <a:srgbClr val="2A2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463040"/>
            <a:ext cx="54864" cy="1371600"/>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600200"/>
            <a:ext cx="3017520" cy="1097280"/>
          </a:xfrm>
          <a:prstGeom prst="rect">
            <a:avLst/>
          </a:prstGeom>
          <a:noFill/>
        </p:spPr>
        <p:txBody>
          <a:bodyPr wrap="square" lIns="45720" rIns="45720">
            <a:spAutoFit/>
          </a:bodyPr>
          <a:lstStyle/>
          <a:p>
            <a:pPr algn="l">
              <a:spcAft>
                <a:spcPts val="300"/>
              </a:spcAft>
            </a:pPr>
            <a:r>
              <a:rPr sz="1300" b="1" i="0">
                <a:solidFill>
                  <a:srgbClr val="FFFFFF"/>
                </a:solidFill>
                <a:latin typeface="Manrope"/>
              </a:rPr>
              <a:t>Artificial Intelligence
</a:t>
            </a:r>
          </a:p>
          <a:p>
            <a:pPr algn="l">
              <a:lnSpc>
                <a:spcPct val="120000"/>
              </a:lnSpc>
            </a:pPr>
            <a:r>
              <a:rPr sz="1000" b="0" i="0">
                <a:solidFill>
                  <a:srgbClr val="787878"/>
                </a:solidFill>
                <a:latin typeface="Manrope"/>
              </a:rPr>
              <a:t>Accelerating Commercial AI adoption, scaling models, and public sector governance strategies.</a:t>
            </a:r>
          </a:p>
        </p:txBody>
      </p:sp>
      <p:sp>
        <p:nvSpPr>
          <p:cNvPr id="6" name="Rectangle 5"/>
          <p:cNvSpPr/>
          <p:nvPr/>
        </p:nvSpPr>
        <p:spPr>
          <a:xfrm>
            <a:off x="4389120" y="1463040"/>
            <a:ext cx="3383280" cy="1371600"/>
          </a:xfrm>
          <a:prstGeom prst="rect">
            <a:avLst/>
          </a:prstGeom>
          <a:solidFill>
            <a:srgbClr val="2A2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389120" y="1463040"/>
            <a:ext cx="54864" cy="1371600"/>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600200"/>
            <a:ext cx="3017520" cy="1097280"/>
          </a:xfrm>
          <a:prstGeom prst="rect">
            <a:avLst/>
          </a:prstGeom>
          <a:noFill/>
        </p:spPr>
        <p:txBody>
          <a:bodyPr wrap="square" lIns="45720" rIns="45720">
            <a:spAutoFit/>
          </a:bodyPr>
          <a:lstStyle/>
          <a:p>
            <a:pPr algn="l">
              <a:spcAft>
                <a:spcPts val="300"/>
              </a:spcAft>
            </a:pPr>
            <a:r>
              <a:rPr sz="1300" b="1" i="0">
                <a:solidFill>
                  <a:srgbClr val="FFFFFF"/>
                </a:solidFill>
                <a:latin typeface="Manrope"/>
              </a:rPr>
              <a:t>Web3 &amp; Blockchain
</a:t>
            </a:r>
          </a:p>
          <a:p>
            <a:pPr algn="l">
              <a:lnSpc>
                <a:spcPct val="120000"/>
              </a:lnSpc>
            </a:pPr>
            <a:r>
              <a:rPr sz="1000" b="0" i="0">
                <a:solidFill>
                  <a:srgbClr val="787878"/>
                </a:solidFill>
                <a:latin typeface="Manrope"/>
              </a:rPr>
              <a:t>Longest-running series exploring decentralized tech, digital assets, and sovereign infrastructure.</a:t>
            </a:r>
          </a:p>
        </p:txBody>
      </p:sp>
      <p:sp>
        <p:nvSpPr>
          <p:cNvPr id="9" name="Rectangle 8"/>
          <p:cNvSpPr/>
          <p:nvPr/>
        </p:nvSpPr>
        <p:spPr>
          <a:xfrm>
            <a:off x="8046720" y="1463040"/>
            <a:ext cx="3383280" cy="1371600"/>
          </a:xfrm>
          <a:prstGeom prst="rect">
            <a:avLst/>
          </a:prstGeom>
          <a:solidFill>
            <a:srgbClr val="2A2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046720" y="1463040"/>
            <a:ext cx="54864" cy="1371600"/>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0" y="1600200"/>
            <a:ext cx="3017520" cy="1097280"/>
          </a:xfrm>
          <a:prstGeom prst="rect">
            <a:avLst/>
          </a:prstGeom>
          <a:noFill/>
        </p:spPr>
        <p:txBody>
          <a:bodyPr wrap="square" lIns="45720" rIns="45720">
            <a:spAutoFit/>
          </a:bodyPr>
          <a:lstStyle/>
          <a:p>
            <a:pPr algn="l">
              <a:spcAft>
                <a:spcPts val="300"/>
              </a:spcAft>
            </a:pPr>
            <a:r>
              <a:rPr sz="1300" b="1" i="0">
                <a:solidFill>
                  <a:srgbClr val="FFFFFF"/>
                </a:solidFill>
                <a:latin typeface="Manrope"/>
              </a:rPr>
              <a:t>Cybersecurity
</a:t>
            </a:r>
          </a:p>
          <a:p>
            <a:pPr algn="l">
              <a:lnSpc>
                <a:spcPct val="120000"/>
              </a:lnSpc>
            </a:pPr>
            <a:r>
              <a:rPr sz="1000" b="0" i="0">
                <a:solidFill>
                  <a:srgbClr val="787878"/>
                </a:solidFill>
                <a:latin typeface="Manrope"/>
              </a:rPr>
              <a:t>Empowering CISOs to protect complex enterprise operations against new-age digital threats.</a:t>
            </a:r>
          </a:p>
        </p:txBody>
      </p:sp>
      <p:sp>
        <p:nvSpPr>
          <p:cNvPr id="12" name="Rectangle 11"/>
          <p:cNvSpPr/>
          <p:nvPr/>
        </p:nvSpPr>
        <p:spPr>
          <a:xfrm>
            <a:off x="731520" y="3108960"/>
            <a:ext cx="3383280" cy="1371600"/>
          </a:xfrm>
          <a:prstGeom prst="rect">
            <a:avLst/>
          </a:prstGeom>
          <a:solidFill>
            <a:srgbClr val="2A2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31520" y="3108960"/>
            <a:ext cx="54864" cy="1371600"/>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246120"/>
            <a:ext cx="3017520" cy="1097280"/>
          </a:xfrm>
          <a:prstGeom prst="rect">
            <a:avLst/>
          </a:prstGeom>
          <a:noFill/>
        </p:spPr>
        <p:txBody>
          <a:bodyPr wrap="square" lIns="45720" rIns="45720">
            <a:spAutoFit/>
          </a:bodyPr>
          <a:lstStyle/>
          <a:p>
            <a:pPr algn="l">
              <a:spcAft>
                <a:spcPts val="300"/>
              </a:spcAft>
            </a:pPr>
            <a:r>
              <a:rPr sz="1300" b="1" i="0">
                <a:solidFill>
                  <a:srgbClr val="FFFFFF"/>
                </a:solidFill>
                <a:latin typeface="Manrope"/>
              </a:rPr>
              <a:t>Cloud Computing
</a:t>
            </a:r>
          </a:p>
          <a:p>
            <a:pPr algn="l">
              <a:lnSpc>
                <a:spcPct val="120000"/>
              </a:lnSpc>
            </a:pPr>
            <a:r>
              <a:rPr sz="1000" b="0" i="0">
                <a:solidFill>
                  <a:srgbClr val="787878"/>
                </a:solidFill>
                <a:latin typeface="Manrope"/>
              </a:rPr>
              <a:t>Exploring enterprise virtualization, hybrid multi-cloud systems, and data center optimization.</a:t>
            </a:r>
          </a:p>
        </p:txBody>
      </p:sp>
      <p:sp>
        <p:nvSpPr>
          <p:cNvPr id="15" name="Rectangle 14"/>
          <p:cNvSpPr/>
          <p:nvPr/>
        </p:nvSpPr>
        <p:spPr>
          <a:xfrm>
            <a:off x="4389120" y="3108960"/>
            <a:ext cx="3383280" cy="1371600"/>
          </a:xfrm>
          <a:prstGeom prst="rect">
            <a:avLst/>
          </a:prstGeom>
          <a:solidFill>
            <a:srgbClr val="2A2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89120" y="3108960"/>
            <a:ext cx="54864" cy="1371600"/>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0" y="3246120"/>
            <a:ext cx="3017520" cy="1097280"/>
          </a:xfrm>
          <a:prstGeom prst="rect">
            <a:avLst/>
          </a:prstGeom>
          <a:noFill/>
        </p:spPr>
        <p:txBody>
          <a:bodyPr wrap="square" lIns="45720" rIns="45720">
            <a:spAutoFit/>
          </a:bodyPr>
          <a:lstStyle/>
          <a:p>
            <a:pPr algn="l">
              <a:spcAft>
                <a:spcPts val="300"/>
              </a:spcAft>
            </a:pPr>
            <a:r>
              <a:rPr sz="1300" b="1" i="0">
                <a:solidFill>
                  <a:srgbClr val="FFFFFF"/>
                </a:solidFill>
                <a:latin typeface="Manrope"/>
              </a:rPr>
              <a:t>Customer Experience
</a:t>
            </a:r>
          </a:p>
          <a:p>
            <a:pPr algn="l">
              <a:lnSpc>
                <a:spcPct val="120000"/>
              </a:lnSpc>
            </a:pPr>
            <a:r>
              <a:rPr sz="1000" b="0" i="0">
                <a:solidFill>
                  <a:srgbClr val="787878"/>
                </a:solidFill>
                <a:latin typeface="Manrope"/>
              </a:rPr>
              <a:t>Reimagining consumer journeys, digital-first engagement, and post-purchase loyalty systems.</a:t>
            </a:r>
          </a:p>
        </p:txBody>
      </p:sp>
      <p:sp>
        <p:nvSpPr>
          <p:cNvPr id="18" name="Rectangle 17"/>
          <p:cNvSpPr/>
          <p:nvPr/>
        </p:nvSpPr>
        <p:spPr>
          <a:xfrm>
            <a:off x="8046720" y="3108960"/>
            <a:ext cx="3383280" cy="1371600"/>
          </a:xfrm>
          <a:prstGeom prst="rect">
            <a:avLst/>
          </a:prstGeom>
          <a:solidFill>
            <a:srgbClr val="2A2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46720" y="3108960"/>
            <a:ext cx="54864" cy="1371600"/>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0" y="3246120"/>
            <a:ext cx="3017520" cy="1097280"/>
          </a:xfrm>
          <a:prstGeom prst="rect">
            <a:avLst/>
          </a:prstGeom>
          <a:noFill/>
        </p:spPr>
        <p:txBody>
          <a:bodyPr wrap="square" lIns="45720" rIns="45720">
            <a:spAutoFit/>
          </a:bodyPr>
          <a:lstStyle/>
          <a:p>
            <a:pPr algn="l">
              <a:spcAft>
                <a:spcPts val="300"/>
              </a:spcAft>
            </a:pPr>
            <a:r>
              <a:rPr sz="1300" b="1" i="0">
                <a:solidFill>
                  <a:srgbClr val="FFFFFF"/>
                </a:solidFill>
                <a:latin typeface="Manrope"/>
              </a:rPr>
              <a:t>Fintech &amp; Payments
</a:t>
            </a:r>
          </a:p>
          <a:p>
            <a:pPr algn="l">
              <a:lnSpc>
                <a:spcPct val="120000"/>
              </a:lnSpc>
            </a:pPr>
            <a:r>
              <a:rPr sz="1000" b="0" i="0">
                <a:solidFill>
                  <a:srgbClr val="787878"/>
                </a:solidFill>
                <a:latin typeface="Manrope"/>
              </a:rPr>
              <a:t>Connecting global banking pioneers, ethical finance regulators, and digital payment systems.</a:t>
            </a:r>
          </a:p>
        </p:txBody>
      </p:sp>
      <p:sp>
        <p:nvSpPr>
          <p:cNvPr id="21" name="Rectangle 20"/>
          <p:cNvSpPr/>
          <p:nvPr/>
        </p:nvSpPr>
        <p:spPr>
          <a:xfrm>
            <a:off x="731520" y="4754880"/>
            <a:ext cx="3383280" cy="1371600"/>
          </a:xfrm>
          <a:prstGeom prst="rect">
            <a:avLst/>
          </a:prstGeom>
          <a:solidFill>
            <a:srgbClr val="2A2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31520" y="4754880"/>
            <a:ext cx="54864" cy="1371600"/>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4892040"/>
            <a:ext cx="3017520" cy="1097280"/>
          </a:xfrm>
          <a:prstGeom prst="rect">
            <a:avLst/>
          </a:prstGeom>
          <a:noFill/>
        </p:spPr>
        <p:txBody>
          <a:bodyPr wrap="square" lIns="45720" rIns="45720">
            <a:spAutoFit/>
          </a:bodyPr>
          <a:lstStyle/>
          <a:p>
            <a:pPr algn="l">
              <a:spcAft>
                <a:spcPts val="300"/>
              </a:spcAft>
            </a:pPr>
            <a:r>
              <a:rPr sz="1300" b="1" i="0">
                <a:solidFill>
                  <a:srgbClr val="FFFFFF"/>
                </a:solidFill>
                <a:latin typeface="Manrope"/>
              </a:rPr>
              <a:t>Sustainability
</a:t>
            </a:r>
          </a:p>
          <a:p>
            <a:pPr algn="l">
              <a:lnSpc>
                <a:spcPct val="120000"/>
              </a:lnSpc>
            </a:pPr>
            <a:r>
              <a:rPr sz="1000" b="0" i="0">
                <a:solidFill>
                  <a:srgbClr val="787878"/>
                </a:solidFill>
                <a:latin typeface="Manrope"/>
              </a:rPr>
              <a:t>Fostering partnerships in climate action, renewable energy investments, and green economies.</a:t>
            </a:r>
          </a:p>
        </p:txBody>
      </p:sp>
      <p:sp>
        <p:nvSpPr>
          <p:cNvPr id="24" name="Rectangle 23"/>
          <p:cNvSpPr/>
          <p:nvPr/>
        </p:nvSpPr>
        <p:spPr>
          <a:xfrm>
            <a:off x="4389120" y="4754880"/>
            <a:ext cx="3383280" cy="1371600"/>
          </a:xfrm>
          <a:prstGeom prst="rect">
            <a:avLst/>
          </a:prstGeom>
          <a:solidFill>
            <a:srgbClr val="2A2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389120" y="4754880"/>
            <a:ext cx="54864" cy="1371600"/>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0" y="4892040"/>
            <a:ext cx="3017520" cy="1097280"/>
          </a:xfrm>
          <a:prstGeom prst="rect">
            <a:avLst/>
          </a:prstGeom>
          <a:noFill/>
        </p:spPr>
        <p:txBody>
          <a:bodyPr wrap="square" lIns="45720" rIns="45720">
            <a:spAutoFit/>
          </a:bodyPr>
          <a:lstStyle/>
          <a:p>
            <a:pPr algn="l">
              <a:spcAft>
                <a:spcPts val="300"/>
              </a:spcAft>
            </a:pPr>
            <a:r>
              <a:rPr sz="1300" b="1" i="0">
                <a:solidFill>
                  <a:srgbClr val="FFFFFF"/>
                </a:solidFill>
                <a:latin typeface="Manrope"/>
              </a:rPr>
              <a:t>Smart Manufacturing
</a:t>
            </a:r>
          </a:p>
          <a:p>
            <a:pPr algn="l">
              <a:lnSpc>
                <a:spcPct val="120000"/>
              </a:lnSpc>
            </a:pPr>
            <a:r>
              <a:rPr sz="1000" b="0" i="0">
                <a:solidFill>
                  <a:srgbClr val="787878"/>
                </a:solidFill>
                <a:latin typeface="Manrope"/>
              </a:rPr>
              <a:t>Empowering heavy industries with Industry 4.0 adoption, automation, and smart factory tools.</a:t>
            </a:r>
          </a:p>
        </p:txBody>
      </p:sp>
      <p:sp>
        <p:nvSpPr>
          <p:cNvPr id="27" name="Rectangle 26"/>
          <p:cNvSpPr/>
          <p:nvPr/>
        </p:nvSpPr>
        <p:spPr>
          <a:xfrm>
            <a:off x="8046720" y="4754880"/>
            <a:ext cx="3383280" cy="1371600"/>
          </a:xfrm>
          <a:prstGeom prst="rect">
            <a:avLst/>
          </a:prstGeom>
          <a:solidFill>
            <a:srgbClr val="2A2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46720" y="4754880"/>
            <a:ext cx="54864" cy="1371600"/>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0" y="4892040"/>
            <a:ext cx="3017520" cy="1097280"/>
          </a:xfrm>
          <a:prstGeom prst="rect">
            <a:avLst/>
          </a:prstGeom>
          <a:noFill/>
        </p:spPr>
        <p:txBody>
          <a:bodyPr wrap="square" lIns="45720" rIns="45720">
            <a:spAutoFit/>
          </a:bodyPr>
          <a:lstStyle/>
          <a:p>
            <a:pPr algn="l">
              <a:spcAft>
                <a:spcPts val="300"/>
              </a:spcAft>
            </a:pPr>
            <a:r>
              <a:rPr sz="1300" b="1" i="0">
                <a:solidFill>
                  <a:srgbClr val="FFFFFF"/>
                </a:solidFill>
                <a:latin typeface="Manrope"/>
              </a:rPr>
              <a:t>Digital &amp; Skill Economy
</a:t>
            </a:r>
          </a:p>
          <a:p>
            <a:pPr algn="l">
              <a:lnSpc>
                <a:spcPct val="120000"/>
              </a:lnSpc>
            </a:pPr>
            <a:r>
              <a:rPr sz="1000" b="0" i="0">
                <a:solidFill>
                  <a:srgbClr val="787878"/>
                </a:solidFill>
                <a:latin typeface="Manrope"/>
              </a:rPr>
              <a:t>Aligning government departments with tech academies to upskill regional talent forces.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AFA"/>
        </a:solidFill>
        <a:effectLst/>
      </p:bgPr>
    </p:bg>
    <p:spTree>
      <p:nvGrpSpPr>
        <p:cNvPr id="1" name=""/>
        <p:cNvGrpSpPr/>
        <p:nvPr/>
      </p:nvGrpSpPr>
      <p:grpSpPr>
        <a:xfrm>
          <a:off x="0" y="0"/>
          <a:ext cx="0" cy="0"/>
          <a:chOff x="0" y="0"/>
          <a:chExt cx="0" cy="0"/>
        </a:xfrm>
      </p:grpSpPr>
      <p:sp>
        <p:nvSpPr>
          <p:cNvPr id="108" name="Oval 107">
            <a:extLst>
              <a:ext uri="{FF2B5EF4-FFF2-40B4-BE49-F238E27FC236}">
                <a16:creationId xmlns:a16="http://schemas.microsoft.com/office/drawing/2014/main" id="{5068C2EE-F9A1-4F8C-AC69-38DE780D51C3}"/>
              </a:ext>
            </a:extLst>
          </p:cNvPr>
          <p:cNvSpPr/>
          <p:nvPr/>
        </p:nvSpPr>
        <p:spPr>
          <a:xfrm>
            <a:off x="-53975" y="223202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7" name="Oval 106">
            <a:extLst>
              <a:ext uri="{FF2B5EF4-FFF2-40B4-BE49-F238E27FC236}">
                <a16:creationId xmlns:a16="http://schemas.microsoft.com/office/drawing/2014/main" id="{3AB7F489-7BFF-475C-82B2-3FFBCC2722DA}"/>
              </a:ext>
            </a:extLst>
          </p:cNvPr>
          <p:cNvSpPr/>
          <p:nvPr/>
        </p:nvSpPr>
        <p:spPr>
          <a:xfrm>
            <a:off x="201976" y="221765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6" name="Oval 105">
            <a:extLst>
              <a:ext uri="{FF2B5EF4-FFF2-40B4-BE49-F238E27FC236}">
                <a16:creationId xmlns:a16="http://schemas.microsoft.com/office/drawing/2014/main" id="{EAC94BE2-A88D-40C8-9632-24124C37CA30}"/>
              </a:ext>
            </a:extLst>
          </p:cNvPr>
          <p:cNvSpPr/>
          <p:nvPr/>
        </p:nvSpPr>
        <p:spPr>
          <a:xfrm>
            <a:off x="454708" y="217471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5" name="Oval 104">
            <a:extLst>
              <a:ext uri="{FF2B5EF4-FFF2-40B4-BE49-F238E27FC236}">
                <a16:creationId xmlns:a16="http://schemas.microsoft.com/office/drawing/2014/main" id="{DDB283CC-1822-4746-A846-28955128189B}"/>
              </a:ext>
            </a:extLst>
          </p:cNvPr>
          <p:cNvSpPr/>
          <p:nvPr/>
        </p:nvSpPr>
        <p:spPr>
          <a:xfrm>
            <a:off x="701043" y="210374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4" name="Oval 103">
            <a:extLst>
              <a:ext uri="{FF2B5EF4-FFF2-40B4-BE49-F238E27FC236}">
                <a16:creationId xmlns:a16="http://schemas.microsoft.com/office/drawing/2014/main" id="{9FF34CEF-8B2E-40E8-A967-C932D2E1861C}"/>
              </a:ext>
            </a:extLst>
          </p:cNvPr>
          <p:cNvSpPr/>
          <p:nvPr/>
        </p:nvSpPr>
        <p:spPr>
          <a:xfrm>
            <a:off x="937883" y="200564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3" name="Oval 102">
            <a:extLst>
              <a:ext uri="{FF2B5EF4-FFF2-40B4-BE49-F238E27FC236}">
                <a16:creationId xmlns:a16="http://schemas.microsoft.com/office/drawing/2014/main" id="{AB3DEA5D-D7E8-45A6-B18C-50F1EC6C5A58}"/>
              </a:ext>
            </a:extLst>
          </p:cNvPr>
          <p:cNvSpPr/>
          <p:nvPr/>
        </p:nvSpPr>
        <p:spPr>
          <a:xfrm>
            <a:off x="1162250" y="1881637"/>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2" name="Oval 101">
            <a:extLst>
              <a:ext uri="{FF2B5EF4-FFF2-40B4-BE49-F238E27FC236}">
                <a16:creationId xmlns:a16="http://schemas.microsoft.com/office/drawing/2014/main" id="{4B57D51A-9A65-4CC0-A58D-B6F8FE13A292}"/>
              </a:ext>
            </a:extLst>
          </p:cNvPr>
          <p:cNvSpPr/>
          <p:nvPr/>
        </p:nvSpPr>
        <p:spPr>
          <a:xfrm>
            <a:off x="1371323" y="173329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1" name="Oval 100">
            <a:extLst>
              <a:ext uri="{FF2B5EF4-FFF2-40B4-BE49-F238E27FC236}">
                <a16:creationId xmlns:a16="http://schemas.microsoft.com/office/drawing/2014/main" id="{3E91AC05-360A-4B85-8CE1-807126E5C5DF}"/>
              </a:ext>
            </a:extLst>
          </p:cNvPr>
          <p:cNvSpPr/>
          <p:nvPr/>
        </p:nvSpPr>
        <p:spPr>
          <a:xfrm>
            <a:off x="1562471" y="156247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0" name="Oval 99">
            <a:extLst>
              <a:ext uri="{FF2B5EF4-FFF2-40B4-BE49-F238E27FC236}">
                <a16:creationId xmlns:a16="http://schemas.microsoft.com/office/drawing/2014/main" id="{91227A39-65D5-464B-8288-080035517AD8}"/>
              </a:ext>
            </a:extLst>
          </p:cNvPr>
          <p:cNvSpPr/>
          <p:nvPr/>
        </p:nvSpPr>
        <p:spPr>
          <a:xfrm>
            <a:off x="1733292" y="137132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624CF6BE-AA35-46FE-B789-466FC717AEBD}"/>
              </a:ext>
            </a:extLst>
          </p:cNvPr>
          <p:cNvSpPr/>
          <p:nvPr/>
        </p:nvSpPr>
        <p:spPr>
          <a:xfrm>
            <a:off x="1881637" y="116225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8" name="Oval 97">
            <a:extLst>
              <a:ext uri="{FF2B5EF4-FFF2-40B4-BE49-F238E27FC236}">
                <a16:creationId xmlns:a16="http://schemas.microsoft.com/office/drawing/2014/main" id="{83B2BEA5-3665-4D62-AB96-D6F9EDE3BD3F}"/>
              </a:ext>
            </a:extLst>
          </p:cNvPr>
          <p:cNvSpPr/>
          <p:nvPr/>
        </p:nvSpPr>
        <p:spPr>
          <a:xfrm>
            <a:off x="2005640" y="93788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7" name="Oval 96">
            <a:extLst>
              <a:ext uri="{FF2B5EF4-FFF2-40B4-BE49-F238E27FC236}">
                <a16:creationId xmlns:a16="http://schemas.microsoft.com/office/drawing/2014/main" id="{C3D7B4C2-D8DE-4D6D-8CA4-542EDA20570B}"/>
              </a:ext>
            </a:extLst>
          </p:cNvPr>
          <p:cNvSpPr/>
          <p:nvPr/>
        </p:nvSpPr>
        <p:spPr>
          <a:xfrm>
            <a:off x="2103742" y="70104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6" name="Oval 95">
            <a:extLst>
              <a:ext uri="{FF2B5EF4-FFF2-40B4-BE49-F238E27FC236}">
                <a16:creationId xmlns:a16="http://schemas.microsoft.com/office/drawing/2014/main" id="{737D89BB-15D0-437A-B137-81829743112F}"/>
              </a:ext>
            </a:extLst>
          </p:cNvPr>
          <p:cNvSpPr/>
          <p:nvPr/>
        </p:nvSpPr>
        <p:spPr>
          <a:xfrm>
            <a:off x="2174710" y="454708"/>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5" name="Oval 94">
            <a:extLst>
              <a:ext uri="{FF2B5EF4-FFF2-40B4-BE49-F238E27FC236}">
                <a16:creationId xmlns:a16="http://schemas.microsoft.com/office/drawing/2014/main" id="{04876ED6-55DA-4663-9E8B-DC6B66C6FF28}"/>
              </a:ext>
            </a:extLst>
          </p:cNvPr>
          <p:cNvSpPr/>
          <p:nvPr/>
        </p:nvSpPr>
        <p:spPr>
          <a:xfrm>
            <a:off x="2217651" y="201976"/>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4" name="Oval 93">
            <a:extLst>
              <a:ext uri="{FF2B5EF4-FFF2-40B4-BE49-F238E27FC236}">
                <a16:creationId xmlns:a16="http://schemas.microsoft.com/office/drawing/2014/main" id="{2D008F06-A4A2-49D5-884E-D9CE830FAB2A}"/>
              </a:ext>
            </a:extLst>
          </p:cNvPr>
          <p:cNvSpPr/>
          <p:nvPr/>
        </p:nvSpPr>
        <p:spPr>
          <a:xfrm>
            <a:off x="2232025" y="-5397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3" name="Oval 92">
            <a:extLst>
              <a:ext uri="{FF2B5EF4-FFF2-40B4-BE49-F238E27FC236}">
                <a16:creationId xmlns:a16="http://schemas.microsoft.com/office/drawing/2014/main" id="{A8D439FC-9A70-4677-8AF6-87E2CE182A45}"/>
              </a:ext>
            </a:extLst>
          </p:cNvPr>
          <p:cNvSpPr/>
          <p:nvPr/>
        </p:nvSpPr>
        <p:spPr>
          <a:xfrm>
            <a:off x="-44450" y="17970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2" name="Oval 91">
            <a:extLst>
              <a:ext uri="{FF2B5EF4-FFF2-40B4-BE49-F238E27FC236}">
                <a16:creationId xmlns:a16="http://schemas.microsoft.com/office/drawing/2014/main" id="{4FF0A673-F719-4DE3-8418-9D751AEB0733}"/>
              </a:ext>
            </a:extLst>
          </p:cNvPr>
          <p:cNvSpPr/>
          <p:nvPr/>
        </p:nvSpPr>
        <p:spPr>
          <a:xfrm>
            <a:off x="217623" y="177830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1" name="Oval 90">
            <a:extLst>
              <a:ext uri="{FF2B5EF4-FFF2-40B4-BE49-F238E27FC236}">
                <a16:creationId xmlns:a16="http://schemas.microsoft.com/office/drawing/2014/main" id="{B5ED6BF6-4A45-482C-83E1-E79AE6A90708}"/>
              </a:ext>
            </a:extLst>
          </p:cNvPr>
          <p:cNvSpPr/>
          <p:nvPr/>
        </p:nvSpPr>
        <p:spPr>
          <a:xfrm>
            <a:off x="474360" y="172245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0" name="Oval 89">
            <a:extLst>
              <a:ext uri="{FF2B5EF4-FFF2-40B4-BE49-F238E27FC236}">
                <a16:creationId xmlns:a16="http://schemas.microsoft.com/office/drawing/2014/main" id="{5A6F03AA-23E6-400C-B6DC-9F94E0AA6151}"/>
              </a:ext>
            </a:extLst>
          </p:cNvPr>
          <p:cNvSpPr/>
          <p:nvPr/>
        </p:nvSpPr>
        <p:spPr>
          <a:xfrm>
            <a:off x="720537" y="16306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9" name="Oval 88">
            <a:extLst>
              <a:ext uri="{FF2B5EF4-FFF2-40B4-BE49-F238E27FC236}">
                <a16:creationId xmlns:a16="http://schemas.microsoft.com/office/drawing/2014/main" id="{EDD88644-1EF3-45B0-B1FC-532EAB8366CB}"/>
              </a:ext>
            </a:extLst>
          </p:cNvPr>
          <p:cNvSpPr/>
          <p:nvPr/>
        </p:nvSpPr>
        <p:spPr>
          <a:xfrm>
            <a:off x="951140" y="1504718"/>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8" name="Oval 87">
            <a:extLst>
              <a:ext uri="{FF2B5EF4-FFF2-40B4-BE49-F238E27FC236}">
                <a16:creationId xmlns:a16="http://schemas.microsoft.com/office/drawing/2014/main" id="{BD179F81-69E4-4919-B5D7-B0C11D8149E6}"/>
              </a:ext>
            </a:extLst>
          </p:cNvPr>
          <p:cNvSpPr/>
          <p:nvPr/>
        </p:nvSpPr>
        <p:spPr>
          <a:xfrm>
            <a:off x="1161476" y="134726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7" name="Oval 86">
            <a:extLst>
              <a:ext uri="{FF2B5EF4-FFF2-40B4-BE49-F238E27FC236}">
                <a16:creationId xmlns:a16="http://schemas.microsoft.com/office/drawing/2014/main" id="{8C4EC875-887D-492B-8E7D-82A1DBA0B5BE}"/>
              </a:ext>
            </a:extLst>
          </p:cNvPr>
          <p:cNvSpPr/>
          <p:nvPr/>
        </p:nvSpPr>
        <p:spPr>
          <a:xfrm>
            <a:off x="1347263" y="116147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6" name="Oval 85">
            <a:extLst>
              <a:ext uri="{FF2B5EF4-FFF2-40B4-BE49-F238E27FC236}">
                <a16:creationId xmlns:a16="http://schemas.microsoft.com/office/drawing/2014/main" id="{5226248C-1404-4E6D-8BD8-2AC83A3A422E}"/>
              </a:ext>
            </a:extLst>
          </p:cNvPr>
          <p:cNvSpPr/>
          <p:nvPr/>
        </p:nvSpPr>
        <p:spPr>
          <a:xfrm>
            <a:off x="1504718" y="95114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5" name="Oval 84">
            <a:extLst>
              <a:ext uri="{FF2B5EF4-FFF2-40B4-BE49-F238E27FC236}">
                <a16:creationId xmlns:a16="http://schemas.microsoft.com/office/drawing/2014/main" id="{75A22F61-0DE9-49B3-8842-FB9ABB0FD80A}"/>
              </a:ext>
            </a:extLst>
          </p:cNvPr>
          <p:cNvSpPr/>
          <p:nvPr/>
        </p:nvSpPr>
        <p:spPr>
          <a:xfrm>
            <a:off x="1630637" y="7205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4" name="Oval 83">
            <a:extLst>
              <a:ext uri="{FF2B5EF4-FFF2-40B4-BE49-F238E27FC236}">
                <a16:creationId xmlns:a16="http://schemas.microsoft.com/office/drawing/2014/main" id="{554163C7-6AAA-444B-97A4-19B25D3E8BB0}"/>
              </a:ext>
            </a:extLst>
          </p:cNvPr>
          <p:cNvSpPr/>
          <p:nvPr/>
        </p:nvSpPr>
        <p:spPr>
          <a:xfrm>
            <a:off x="1722456" y="47436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36132568-4E0A-4150-84C7-86169DD4BD59}"/>
              </a:ext>
            </a:extLst>
          </p:cNvPr>
          <p:cNvSpPr/>
          <p:nvPr/>
        </p:nvSpPr>
        <p:spPr>
          <a:xfrm>
            <a:off x="1778306" y="21762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2" name="Oval 81">
            <a:extLst>
              <a:ext uri="{FF2B5EF4-FFF2-40B4-BE49-F238E27FC236}">
                <a16:creationId xmlns:a16="http://schemas.microsoft.com/office/drawing/2014/main" id="{585F963B-5AE2-4ABC-AFAA-570EF5E0FACE}"/>
              </a:ext>
            </a:extLst>
          </p:cNvPr>
          <p:cNvSpPr/>
          <p:nvPr/>
        </p:nvSpPr>
        <p:spPr>
          <a:xfrm>
            <a:off x="1797050" y="-444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C548EA43-4ABC-4777-BBE2-1C17CB46EE0A}"/>
              </a:ext>
            </a:extLst>
          </p:cNvPr>
          <p:cNvSpPr/>
          <p:nvPr/>
        </p:nvSpPr>
        <p:spPr>
          <a:xfrm>
            <a:off x="-34925" y="136207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9AF0751F-6EB6-4414-99E8-F94CE3FD10CE}"/>
              </a:ext>
            </a:extLst>
          </p:cNvPr>
          <p:cNvSpPr/>
          <p:nvPr/>
        </p:nvSpPr>
        <p:spPr>
          <a:xfrm>
            <a:off x="237616" y="1335232"/>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9" name="Oval 78">
            <a:extLst>
              <a:ext uri="{FF2B5EF4-FFF2-40B4-BE49-F238E27FC236}">
                <a16:creationId xmlns:a16="http://schemas.microsoft.com/office/drawing/2014/main" id="{53BCF05F-9A29-465E-B8E3-BECFE9E95F2A}"/>
              </a:ext>
            </a:extLst>
          </p:cNvPr>
          <p:cNvSpPr/>
          <p:nvPr/>
        </p:nvSpPr>
        <p:spPr>
          <a:xfrm>
            <a:off x="499684" y="125573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8A4C7B55-0722-4ECF-A8BE-CDF056039EAA}"/>
              </a:ext>
            </a:extLst>
          </p:cNvPr>
          <p:cNvSpPr/>
          <p:nvPr/>
        </p:nvSpPr>
        <p:spPr>
          <a:xfrm>
            <a:off x="741207" y="1126638"/>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77BAA326-4F70-4242-A6AB-ADF09DA4596C}"/>
              </a:ext>
            </a:extLst>
          </p:cNvPr>
          <p:cNvSpPr/>
          <p:nvPr/>
        </p:nvSpPr>
        <p:spPr>
          <a:xfrm>
            <a:off x="952903" y="952903"/>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AAFE4011-247E-4667-B403-9351553C1BB4}"/>
              </a:ext>
            </a:extLst>
          </p:cNvPr>
          <p:cNvSpPr/>
          <p:nvPr/>
        </p:nvSpPr>
        <p:spPr>
          <a:xfrm>
            <a:off x="1126638" y="741207"/>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5" name="Oval 74">
            <a:extLst>
              <a:ext uri="{FF2B5EF4-FFF2-40B4-BE49-F238E27FC236}">
                <a16:creationId xmlns:a16="http://schemas.microsoft.com/office/drawing/2014/main" id="{C0E2F5D6-13E7-4202-81E9-2C4594353293}"/>
              </a:ext>
            </a:extLst>
          </p:cNvPr>
          <p:cNvSpPr/>
          <p:nvPr/>
        </p:nvSpPr>
        <p:spPr>
          <a:xfrm>
            <a:off x="1255735" y="499684"/>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4" name="Oval 73">
            <a:extLst>
              <a:ext uri="{FF2B5EF4-FFF2-40B4-BE49-F238E27FC236}">
                <a16:creationId xmlns:a16="http://schemas.microsoft.com/office/drawing/2014/main" id="{74798B2A-882B-461A-99F9-2C0A9AF7186F}"/>
              </a:ext>
            </a:extLst>
          </p:cNvPr>
          <p:cNvSpPr/>
          <p:nvPr/>
        </p:nvSpPr>
        <p:spPr>
          <a:xfrm>
            <a:off x="1335232" y="237616"/>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3" name="Oval 72">
            <a:extLst>
              <a:ext uri="{FF2B5EF4-FFF2-40B4-BE49-F238E27FC236}">
                <a16:creationId xmlns:a16="http://schemas.microsoft.com/office/drawing/2014/main" id="{99F95DE3-0F33-4581-B700-6392CB06779E}"/>
              </a:ext>
            </a:extLst>
          </p:cNvPr>
          <p:cNvSpPr/>
          <p:nvPr/>
        </p:nvSpPr>
        <p:spPr>
          <a:xfrm>
            <a:off x="1362075" y="-3492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2" name="Oval 71">
            <a:extLst>
              <a:ext uri="{FF2B5EF4-FFF2-40B4-BE49-F238E27FC236}">
                <a16:creationId xmlns:a16="http://schemas.microsoft.com/office/drawing/2014/main" id="{61EED656-CD1A-48EB-99A5-7E22A4E28C28}"/>
              </a:ext>
            </a:extLst>
          </p:cNvPr>
          <p:cNvSpPr/>
          <p:nvPr/>
        </p:nvSpPr>
        <p:spPr>
          <a:xfrm>
            <a:off x="-25400" y="9271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1" name="Oval 70">
            <a:extLst>
              <a:ext uri="{FF2B5EF4-FFF2-40B4-BE49-F238E27FC236}">
                <a16:creationId xmlns:a16="http://schemas.microsoft.com/office/drawing/2014/main" id="{9899E9E7-F884-4972-975A-BDE9584116C5}"/>
              </a:ext>
            </a:extLst>
          </p:cNvPr>
          <p:cNvSpPr/>
          <p:nvPr/>
        </p:nvSpPr>
        <p:spPr>
          <a:xfrm>
            <a:off x="268939" y="880481"/>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77E66050-CF5C-47E4-B91A-7202FC261F3C}"/>
              </a:ext>
            </a:extLst>
          </p:cNvPr>
          <p:cNvSpPr/>
          <p:nvPr/>
        </p:nvSpPr>
        <p:spPr>
          <a:xfrm>
            <a:off x="534465" y="74518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9" name="Oval 68">
            <a:extLst>
              <a:ext uri="{FF2B5EF4-FFF2-40B4-BE49-F238E27FC236}">
                <a16:creationId xmlns:a16="http://schemas.microsoft.com/office/drawing/2014/main" id="{BE0A2322-E636-4CF1-B4DD-AD1CB39242BD}"/>
              </a:ext>
            </a:extLst>
          </p:cNvPr>
          <p:cNvSpPr/>
          <p:nvPr/>
        </p:nvSpPr>
        <p:spPr>
          <a:xfrm>
            <a:off x="745189" y="534465"/>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8" name="Oval 67">
            <a:extLst>
              <a:ext uri="{FF2B5EF4-FFF2-40B4-BE49-F238E27FC236}">
                <a16:creationId xmlns:a16="http://schemas.microsoft.com/office/drawing/2014/main" id="{0E7B2A28-09EB-4FB0-B13D-BD5E8C51A437}"/>
              </a:ext>
            </a:extLst>
          </p:cNvPr>
          <p:cNvSpPr/>
          <p:nvPr/>
        </p:nvSpPr>
        <p:spPr>
          <a:xfrm>
            <a:off x="880481" y="26893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51AAAA3F-2545-4009-B292-72FF83D77BCE}"/>
              </a:ext>
            </a:extLst>
          </p:cNvPr>
          <p:cNvSpPr/>
          <p:nvPr/>
        </p:nvSpPr>
        <p:spPr>
          <a:xfrm>
            <a:off x="927100" y="-254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796ACEC7-584C-427D-8158-0D477A93E458}"/>
              </a:ext>
            </a:extLst>
          </p:cNvPr>
          <p:cNvSpPr/>
          <p:nvPr/>
        </p:nvSpPr>
        <p:spPr>
          <a:xfrm>
            <a:off x="-15875" y="49212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1B5B1C5F-313D-4924-9F74-D04102B99CBD}"/>
              </a:ext>
            </a:extLst>
          </p:cNvPr>
          <p:cNvSpPr/>
          <p:nvPr/>
        </p:nvSpPr>
        <p:spPr>
          <a:xfrm>
            <a:off x="343335" y="34333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9F27BCBE-8C9F-4B24-A758-DB74A34059AE}"/>
              </a:ext>
            </a:extLst>
          </p:cNvPr>
          <p:cNvSpPr/>
          <p:nvPr/>
        </p:nvSpPr>
        <p:spPr>
          <a:xfrm>
            <a:off x="492125" y="-1587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089E473D-7FCD-4789-A81A-3FFA08CF3C28}"/>
              </a:ext>
            </a:extLst>
          </p:cNvPr>
          <p:cNvSpPr/>
          <p:nvPr/>
        </p:nvSpPr>
        <p:spPr>
          <a:xfrm>
            <a:off x="12138025" y="4518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EC5046D2-D3BB-4A3F-8241-48A3E606C626}"/>
              </a:ext>
            </a:extLst>
          </p:cNvPr>
          <p:cNvSpPr/>
          <p:nvPr/>
        </p:nvSpPr>
        <p:spPr>
          <a:xfrm>
            <a:off x="11882074" y="453239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9C838AE4-5800-4122-99CB-D261FCABB589}"/>
              </a:ext>
            </a:extLst>
          </p:cNvPr>
          <p:cNvSpPr/>
          <p:nvPr/>
        </p:nvSpPr>
        <p:spPr>
          <a:xfrm>
            <a:off x="11629342" y="457534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0" name="Oval 59">
            <a:extLst>
              <a:ext uri="{FF2B5EF4-FFF2-40B4-BE49-F238E27FC236}">
                <a16:creationId xmlns:a16="http://schemas.microsoft.com/office/drawing/2014/main" id="{4457DBA1-E586-49C8-8578-04607B7AD1B8}"/>
              </a:ext>
            </a:extLst>
          </p:cNvPr>
          <p:cNvSpPr/>
          <p:nvPr/>
        </p:nvSpPr>
        <p:spPr>
          <a:xfrm>
            <a:off x="11383007" y="464630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E505261C-3074-42AD-9C6E-8F0E4B3FD00C}"/>
              </a:ext>
            </a:extLst>
          </p:cNvPr>
          <p:cNvSpPr/>
          <p:nvPr/>
        </p:nvSpPr>
        <p:spPr>
          <a:xfrm>
            <a:off x="11146167" y="474441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8" name="Oval 57">
            <a:extLst>
              <a:ext uri="{FF2B5EF4-FFF2-40B4-BE49-F238E27FC236}">
                <a16:creationId xmlns:a16="http://schemas.microsoft.com/office/drawing/2014/main" id="{5C1D52B4-4EA5-427E-AFDD-82927B255246}"/>
              </a:ext>
            </a:extLst>
          </p:cNvPr>
          <p:cNvSpPr/>
          <p:nvPr/>
        </p:nvSpPr>
        <p:spPr>
          <a:xfrm>
            <a:off x="10921800" y="4868413"/>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7" name="Oval 56">
            <a:extLst>
              <a:ext uri="{FF2B5EF4-FFF2-40B4-BE49-F238E27FC236}">
                <a16:creationId xmlns:a16="http://schemas.microsoft.com/office/drawing/2014/main" id="{A9EF1930-BF18-4891-A333-BA945F9FC678}"/>
              </a:ext>
            </a:extLst>
          </p:cNvPr>
          <p:cNvSpPr/>
          <p:nvPr/>
        </p:nvSpPr>
        <p:spPr>
          <a:xfrm>
            <a:off x="10712728" y="501675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0094C1BD-ABD2-423D-9A0C-0D77C6F096CF}"/>
              </a:ext>
            </a:extLst>
          </p:cNvPr>
          <p:cNvSpPr/>
          <p:nvPr/>
        </p:nvSpPr>
        <p:spPr>
          <a:xfrm>
            <a:off x="10521579" y="518757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5" name="Oval 54">
            <a:extLst>
              <a:ext uri="{FF2B5EF4-FFF2-40B4-BE49-F238E27FC236}">
                <a16:creationId xmlns:a16="http://schemas.microsoft.com/office/drawing/2014/main" id="{F868C102-10C0-49C2-A033-C7E67FE656B3}"/>
              </a:ext>
            </a:extLst>
          </p:cNvPr>
          <p:cNvSpPr/>
          <p:nvPr/>
        </p:nvSpPr>
        <p:spPr>
          <a:xfrm>
            <a:off x="10350758" y="537872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4" name="Oval 53">
            <a:extLst>
              <a:ext uri="{FF2B5EF4-FFF2-40B4-BE49-F238E27FC236}">
                <a16:creationId xmlns:a16="http://schemas.microsoft.com/office/drawing/2014/main" id="{9634B5A2-2ABC-4F7F-8FCB-B07D9CBA1E95}"/>
              </a:ext>
            </a:extLst>
          </p:cNvPr>
          <p:cNvSpPr/>
          <p:nvPr/>
        </p:nvSpPr>
        <p:spPr>
          <a:xfrm>
            <a:off x="10202414" y="558780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AB274110-261F-4248-AA08-6AC79DCE89F6}"/>
              </a:ext>
            </a:extLst>
          </p:cNvPr>
          <p:cNvSpPr/>
          <p:nvPr/>
        </p:nvSpPr>
        <p:spPr>
          <a:xfrm>
            <a:off x="10078410" y="581216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456BF49E-21A8-42B2-AC94-C3C3573DF6E2}"/>
              </a:ext>
            </a:extLst>
          </p:cNvPr>
          <p:cNvSpPr/>
          <p:nvPr/>
        </p:nvSpPr>
        <p:spPr>
          <a:xfrm>
            <a:off x="9980308" y="604900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7D492601-BB5D-454D-B16A-0B80ABEBE67F}"/>
              </a:ext>
            </a:extLst>
          </p:cNvPr>
          <p:cNvSpPr/>
          <p:nvPr/>
        </p:nvSpPr>
        <p:spPr>
          <a:xfrm>
            <a:off x="9909340" y="6295342"/>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758D8744-9CC6-4211-B791-F09E830A32EE}"/>
              </a:ext>
            </a:extLst>
          </p:cNvPr>
          <p:cNvSpPr/>
          <p:nvPr/>
        </p:nvSpPr>
        <p:spPr>
          <a:xfrm>
            <a:off x="9866399" y="6548074"/>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B1DA702E-1F03-423D-921F-A1BFE7B4BFBC}"/>
              </a:ext>
            </a:extLst>
          </p:cNvPr>
          <p:cNvSpPr/>
          <p:nvPr/>
        </p:nvSpPr>
        <p:spPr>
          <a:xfrm>
            <a:off x="9852025" y="6804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30CC2C89-67CF-40AD-B82D-4A1AF32AC443}"/>
              </a:ext>
            </a:extLst>
          </p:cNvPr>
          <p:cNvSpPr/>
          <p:nvPr/>
        </p:nvSpPr>
        <p:spPr>
          <a:xfrm>
            <a:off x="12147550" y="49720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C26895DE-FBF6-4C34-A689-299E8173C3A2}"/>
              </a:ext>
            </a:extLst>
          </p:cNvPr>
          <p:cNvSpPr/>
          <p:nvPr/>
        </p:nvSpPr>
        <p:spPr>
          <a:xfrm>
            <a:off x="11885477" y="499079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140D6B28-B070-4839-9EBD-66E7275C06F4}"/>
              </a:ext>
            </a:extLst>
          </p:cNvPr>
          <p:cNvSpPr/>
          <p:nvPr/>
        </p:nvSpPr>
        <p:spPr>
          <a:xfrm>
            <a:off x="11628740" y="504664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59822805-BFF7-4C91-AF4F-E9047CD8F975}"/>
              </a:ext>
            </a:extLst>
          </p:cNvPr>
          <p:cNvSpPr/>
          <p:nvPr/>
        </p:nvSpPr>
        <p:spPr>
          <a:xfrm>
            <a:off x="11382563" y="51384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8AC5FFCB-0C14-449F-AA39-A66999EFA5C5}"/>
              </a:ext>
            </a:extLst>
          </p:cNvPr>
          <p:cNvSpPr/>
          <p:nvPr/>
        </p:nvSpPr>
        <p:spPr>
          <a:xfrm>
            <a:off x="11151960" y="5264382"/>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F87B5CD7-A9A6-4598-ABB7-890679D8F76C}"/>
              </a:ext>
            </a:extLst>
          </p:cNvPr>
          <p:cNvSpPr/>
          <p:nvPr/>
        </p:nvSpPr>
        <p:spPr>
          <a:xfrm>
            <a:off x="10941624" y="542183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A33C92A5-060D-4A66-A963-2473584A5FEB}"/>
              </a:ext>
            </a:extLst>
          </p:cNvPr>
          <p:cNvSpPr/>
          <p:nvPr/>
        </p:nvSpPr>
        <p:spPr>
          <a:xfrm>
            <a:off x="10755837" y="560762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84C8A8EE-EBCF-4FCD-A9D5-D30277ECC621}"/>
              </a:ext>
            </a:extLst>
          </p:cNvPr>
          <p:cNvSpPr/>
          <p:nvPr/>
        </p:nvSpPr>
        <p:spPr>
          <a:xfrm>
            <a:off x="10598382" y="581796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98DE6825-A006-45E5-A828-2EE4896872F6}"/>
              </a:ext>
            </a:extLst>
          </p:cNvPr>
          <p:cNvSpPr/>
          <p:nvPr/>
        </p:nvSpPr>
        <p:spPr>
          <a:xfrm>
            <a:off x="10472462" y="60485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AB54F7BC-C2A0-4A51-A7B3-35D20BFEC158}"/>
              </a:ext>
            </a:extLst>
          </p:cNvPr>
          <p:cNvSpPr/>
          <p:nvPr/>
        </p:nvSpPr>
        <p:spPr>
          <a:xfrm>
            <a:off x="10380644" y="6294739"/>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62FD49A3-0001-4C91-A7E4-35CC7B132BFA}"/>
              </a:ext>
            </a:extLst>
          </p:cNvPr>
          <p:cNvSpPr/>
          <p:nvPr/>
        </p:nvSpPr>
        <p:spPr>
          <a:xfrm>
            <a:off x="10324794" y="655147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BD2B9107-2B5C-43C2-8CAC-D929A7A4BD5B}"/>
              </a:ext>
            </a:extLst>
          </p:cNvPr>
          <p:cNvSpPr/>
          <p:nvPr/>
        </p:nvSpPr>
        <p:spPr>
          <a:xfrm>
            <a:off x="10306050" y="68135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3CFBDD9D-4C04-4058-9CE2-42B2E430AD2A}"/>
              </a:ext>
            </a:extLst>
          </p:cNvPr>
          <p:cNvSpPr/>
          <p:nvPr/>
        </p:nvSpPr>
        <p:spPr>
          <a:xfrm>
            <a:off x="12157075" y="5426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4E770389-9497-4C88-87B4-C4C9283DDB95}"/>
              </a:ext>
            </a:extLst>
          </p:cNvPr>
          <p:cNvSpPr/>
          <p:nvPr/>
        </p:nvSpPr>
        <p:spPr>
          <a:xfrm>
            <a:off x="11884533" y="5452918"/>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A08EA615-D1FC-47C4-A4C5-86CF44E8CAD9}"/>
              </a:ext>
            </a:extLst>
          </p:cNvPr>
          <p:cNvSpPr/>
          <p:nvPr/>
        </p:nvSpPr>
        <p:spPr>
          <a:xfrm>
            <a:off x="11622467" y="553241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70A16993-492C-4E09-8EAA-59FEC6542D82}"/>
              </a:ext>
            </a:extLst>
          </p:cNvPr>
          <p:cNvSpPr/>
          <p:nvPr/>
        </p:nvSpPr>
        <p:spPr>
          <a:xfrm>
            <a:off x="11380943" y="5661512"/>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DE90F1B6-5D8E-45EC-A537-072F74042C99}"/>
              </a:ext>
            </a:extLst>
          </p:cNvPr>
          <p:cNvSpPr/>
          <p:nvPr/>
        </p:nvSpPr>
        <p:spPr>
          <a:xfrm>
            <a:off x="11169247" y="5835247"/>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BAC2D006-C17E-4955-8761-64843DFD3390}"/>
              </a:ext>
            </a:extLst>
          </p:cNvPr>
          <p:cNvSpPr/>
          <p:nvPr/>
        </p:nvSpPr>
        <p:spPr>
          <a:xfrm>
            <a:off x="10995512" y="604694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C6F8799D-7107-4106-B4CC-C39EC90EA509}"/>
              </a:ext>
            </a:extLst>
          </p:cNvPr>
          <p:cNvSpPr/>
          <p:nvPr/>
        </p:nvSpPr>
        <p:spPr>
          <a:xfrm>
            <a:off x="10866415" y="6288466"/>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C6980E33-EACD-4E7D-A6C5-40D353F07EAE}"/>
              </a:ext>
            </a:extLst>
          </p:cNvPr>
          <p:cNvSpPr/>
          <p:nvPr/>
        </p:nvSpPr>
        <p:spPr>
          <a:xfrm>
            <a:off x="10786918" y="655053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0D9D912B-2F21-4D44-9869-7291EE996C60}"/>
              </a:ext>
            </a:extLst>
          </p:cNvPr>
          <p:cNvSpPr/>
          <p:nvPr/>
        </p:nvSpPr>
        <p:spPr>
          <a:xfrm>
            <a:off x="10760075" y="6823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B3D5960C-7060-4CFC-BBCD-6A9645949D97}"/>
              </a:ext>
            </a:extLst>
          </p:cNvPr>
          <p:cNvSpPr/>
          <p:nvPr/>
        </p:nvSpPr>
        <p:spPr>
          <a:xfrm>
            <a:off x="12166600" y="58801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2B2656A5-180A-489C-B76C-32FFEB1595FE}"/>
              </a:ext>
            </a:extLst>
          </p:cNvPr>
          <p:cNvSpPr/>
          <p:nvPr/>
        </p:nvSpPr>
        <p:spPr>
          <a:xfrm>
            <a:off x="11872261" y="5926719"/>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FE5BF925-DFDB-49D9-A3C0-0978ECB423B1}"/>
              </a:ext>
            </a:extLst>
          </p:cNvPr>
          <p:cNvSpPr/>
          <p:nvPr/>
        </p:nvSpPr>
        <p:spPr>
          <a:xfrm>
            <a:off x="11606734" y="606201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C94DF8EF-86DB-4E94-9E07-372A1E822D33}"/>
              </a:ext>
            </a:extLst>
          </p:cNvPr>
          <p:cNvSpPr/>
          <p:nvPr/>
        </p:nvSpPr>
        <p:spPr>
          <a:xfrm>
            <a:off x="11396011" y="6272735"/>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B33A4F4B-0C37-445A-A7F7-C67BFED71083}"/>
              </a:ext>
            </a:extLst>
          </p:cNvPr>
          <p:cNvSpPr/>
          <p:nvPr/>
        </p:nvSpPr>
        <p:spPr>
          <a:xfrm>
            <a:off x="11260719" y="653826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D8BEC8D8-8919-4865-9267-E087DE935830}"/>
              </a:ext>
            </a:extLst>
          </p:cNvPr>
          <p:cNvSpPr/>
          <p:nvPr/>
        </p:nvSpPr>
        <p:spPr>
          <a:xfrm>
            <a:off x="11214100" y="68326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CA6F665B-B46A-4F92-9A01-8990276ABC4B}"/>
              </a:ext>
            </a:extLst>
          </p:cNvPr>
          <p:cNvSpPr/>
          <p:nvPr/>
        </p:nvSpPr>
        <p:spPr>
          <a:xfrm>
            <a:off x="12176125" y="6334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F9AD021D-8649-415A-A50D-58FFCA598D8B}"/>
              </a:ext>
            </a:extLst>
          </p:cNvPr>
          <p:cNvSpPr/>
          <p:nvPr/>
        </p:nvSpPr>
        <p:spPr>
          <a:xfrm>
            <a:off x="11816914" y="6482915"/>
            <a:ext cx="31750" cy="31749"/>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A10A9FA5-4A17-4865-BCB3-1010DCD87C86}"/>
              </a:ext>
            </a:extLst>
          </p:cNvPr>
          <p:cNvSpPr/>
          <p:nvPr/>
        </p:nvSpPr>
        <p:spPr>
          <a:xfrm>
            <a:off x="11668125" y="6842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TextBox 1"/>
          <p:cNvSpPr txBox="1"/>
          <p:nvPr/>
        </p:nvSpPr>
        <p:spPr>
          <a:xfrm>
            <a:off x="731520" y="457200"/>
            <a:ext cx="10698480" cy="731520"/>
          </a:xfrm>
          <a:prstGeom prst="rect">
            <a:avLst/>
          </a:prstGeom>
          <a:noFill/>
        </p:spPr>
        <p:txBody>
          <a:bodyPr wrap="square" lIns="45720" rIns="45720">
            <a:spAutoFit/>
          </a:bodyPr>
          <a:lstStyle/>
          <a:p>
            <a:pPr algn="l">
              <a:spcAft>
                <a:spcPts val="200"/>
              </a:spcAft>
            </a:pPr>
            <a:r>
              <a:rPr sz="1200" b="1" i="0">
                <a:solidFill>
                  <a:srgbClr val="00A5A3"/>
                </a:solidFill>
                <a:latin typeface="Manrope"/>
              </a:rPr>
              <a:t>06. OUR GLOBAL PORTFOLIO</a:t>
            </a:r>
          </a:p>
          <a:p>
            <a:pPr algn="l"/>
            <a:r>
              <a:rPr sz="2200" b="1" i="0">
                <a:solidFill>
                  <a:srgbClr val="004B4E"/>
                </a:solidFill>
                <a:latin typeface="Manrope"/>
              </a:rPr>
              <a:t>Market-Leading Event Brands Crafted for C-Level Audiences</a:t>
            </a:r>
          </a:p>
        </p:txBody>
      </p:sp>
      <p:sp>
        <p:nvSpPr>
          <p:cNvPr id="3" name="Rectangle 2"/>
          <p:cNvSpPr/>
          <p:nvPr/>
        </p:nvSpPr>
        <p:spPr>
          <a:xfrm>
            <a:off x="731520" y="1463040"/>
            <a:ext cx="5212080" cy="210312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463040"/>
            <a:ext cx="5212080" cy="320040"/>
          </a:xfrm>
          <a:prstGeom prst="rect">
            <a:avLst/>
          </a:prstGeom>
          <a:solidFill>
            <a:srgbClr val="004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508760"/>
            <a:ext cx="4937760" cy="228600"/>
          </a:xfrm>
          <a:prstGeom prst="rect">
            <a:avLst/>
          </a:prstGeom>
          <a:noFill/>
        </p:spPr>
        <p:txBody>
          <a:bodyPr wrap="square" lIns="45720" rIns="45720">
            <a:spAutoFit/>
          </a:bodyPr>
          <a:lstStyle/>
          <a:p>
            <a:pPr algn="l"/>
            <a:r>
              <a:rPr sz="1100" b="1" i="0">
                <a:solidFill>
                  <a:srgbClr val="E6FFA6"/>
                </a:solidFill>
                <a:latin typeface="Manrope"/>
              </a:rPr>
              <a:t>AI &amp; EMERGING TECH</a:t>
            </a:r>
          </a:p>
        </p:txBody>
      </p:sp>
      <p:sp>
        <p:nvSpPr>
          <p:cNvPr id="6" name="TextBox 5"/>
          <p:cNvSpPr txBox="1"/>
          <p:nvPr/>
        </p:nvSpPr>
        <p:spPr>
          <a:xfrm>
            <a:off x="914400" y="1920240"/>
            <a:ext cx="4846320" cy="1554480"/>
          </a:xfrm>
          <a:prstGeom prst="rect">
            <a:avLst/>
          </a:prstGeom>
          <a:noFill/>
        </p:spPr>
        <p:txBody>
          <a:bodyPr wrap="square" lIns="45720" rIns="45720">
            <a:spAutoFit/>
          </a:bodyPr>
          <a:lstStyle/>
          <a:p>
            <a:pPr algn="l">
              <a:lnSpc>
                <a:spcPct val="130000"/>
              </a:lnSpc>
            </a:pPr>
            <a:r>
              <a:rPr sz="1050" b="0" i="0">
                <a:solidFill>
                  <a:srgbClr val="3C3C3C"/>
                </a:solidFill>
                <a:latin typeface="Manrope"/>
              </a:rPr>
              <a:t>WORLD AI SHOW
Connecting global AI researchers, enterprise developers, and ministers.
DUBAI AI FESTIVAL
Enabling digital economies and startup ecosystems.</a:t>
            </a:r>
          </a:p>
        </p:txBody>
      </p:sp>
      <p:sp>
        <p:nvSpPr>
          <p:cNvPr id="7" name="Rectangle 6"/>
          <p:cNvSpPr/>
          <p:nvPr/>
        </p:nvSpPr>
        <p:spPr>
          <a:xfrm>
            <a:off x="6217920" y="1463040"/>
            <a:ext cx="5212080" cy="210312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17920" y="1463040"/>
            <a:ext cx="5212080" cy="320040"/>
          </a:xfrm>
          <a:prstGeom prst="rect">
            <a:avLst/>
          </a:prstGeom>
          <a:solidFill>
            <a:srgbClr val="004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1508760"/>
            <a:ext cx="4937760" cy="228600"/>
          </a:xfrm>
          <a:prstGeom prst="rect">
            <a:avLst/>
          </a:prstGeom>
          <a:noFill/>
        </p:spPr>
        <p:txBody>
          <a:bodyPr wrap="square" lIns="45720" rIns="45720">
            <a:spAutoFit/>
          </a:bodyPr>
          <a:lstStyle/>
          <a:p>
            <a:pPr algn="l"/>
            <a:r>
              <a:rPr sz="1100" b="1" i="0">
                <a:solidFill>
                  <a:srgbClr val="E6FFA6"/>
                </a:solidFill>
                <a:latin typeface="Manrope"/>
              </a:rPr>
              <a:t>WEB3 &amp; DIGITAL ASSETS</a:t>
            </a:r>
          </a:p>
        </p:txBody>
      </p:sp>
      <p:sp>
        <p:nvSpPr>
          <p:cNvPr id="10" name="TextBox 9"/>
          <p:cNvSpPr txBox="1"/>
          <p:nvPr/>
        </p:nvSpPr>
        <p:spPr>
          <a:xfrm>
            <a:off x="6400800" y="1920240"/>
            <a:ext cx="4846320" cy="1554480"/>
          </a:xfrm>
          <a:prstGeom prst="rect">
            <a:avLst/>
          </a:prstGeom>
          <a:noFill/>
        </p:spPr>
        <p:txBody>
          <a:bodyPr wrap="square" lIns="45720" rIns="45720">
            <a:spAutoFit/>
          </a:bodyPr>
          <a:lstStyle/>
          <a:p>
            <a:pPr algn="l">
              <a:lnSpc>
                <a:spcPct val="130000"/>
              </a:lnSpc>
            </a:pPr>
            <a:r>
              <a:rPr sz="1050" b="0" i="0">
                <a:solidFill>
                  <a:srgbClr val="3C3C3C"/>
                </a:solidFill>
                <a:latin typeface="Manrope"/>
              </a:rPr>
              <a:t>WORLD BLOCKCHAIN SUMMIT
World's longest-running Web3 series connecting builders and funds.
REG3 SUMMIT
Focusing on government-led Web3 compliance and sandbox standards.</a:t>
            </a:r>
          </a:p>
        </p:txBody>
      </p:sp>
      <p:sp>
        <p:nvSpPr>
          <p:cNvPr id="11" name="Rectangle 10"/>
          <p:cNvSpPr/>
          <p:nvPr/>
        </p:nvSpPr>
        <p:spPr>
          <a:xfrm>
            <a:off x="731520" y="3840480"/>
            <a:ext cx="5212080" cy="210312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31520" y="3840480"/>
            <a:ext cx="5212080" cy="320040"/>
          </a:xfrm>
          <a:prstGeom prst="rect">
            <a:avLst/>
          </a:prstGeom>
          <a:solidFill>
            <a:srgbClr val="004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3886200"/>
            <a:ext cx="4937760" cy="228600"/>
          </a:xfrm>
          <a:prstGeom prst="rect">
            <a:avLst/>
          </a:prstGeom>
          <a:noFill/>
        </p:spPr>
        <p:txBody>
          <a:bodyPr wrap="square" lIns="45720" rIns="45720">
            <a:spAutoFit/>
          </a:bodyPr>
          <a:lstStyle/>
          <a:p>
            <a:pPr algn="l"/>
            <a:r>
              <a:rPr sz="1100" b="1" i="0">
                <a:solidFill>
                  <a:srgbClr val="E6FFA6"/>
                </a:solidFill>
                <a:latin typeface="Manrope"/>
              </a:rPr>
              <a:t>FINTECH &amp; CX</a:t>
            </a:r>
          </a:p>
        </p:txBody>
      </p:sp>
      <p:sp>
        <p:nvSpPr>
          <p:cNvPr id="14" name="TextBox 13"/>
          <p:cNvSpPr txBox="1"/>
          <p:nvPr/>
        </p:nvSpPr>
        <p:spPr>
          <a:xfrm>
            <a:off x="914400" y="4297680"/>
            <a:ext cx="4846320" cy="1554480"/>
          </a:xfrm>
          <a:prstGeom prst="rect">
            <a:avLst/>
          </a:prstGeom>
          <a:noFill/>
        </p:spPr>
        <p:txBody>
          <a:bodyPr wrap="square" lIns="45720" rIns="45720">
            <a:spAutoFit/>
          </a:bodyPr>
          <a:lstStyle/>
          <a:p>
            <a:pPr algn="l">
              <a:lnSpc>
                <a:spcPct val="130000"/>
              </a:lnSpc>
            </a:pPr>
            <a:r>
              <a:rPr sz="1050" b="0" i="0">
                <a:solidFill>
                  <a:srgbClr val="3C3C3C"/>
                </a:solidFill>
                <a:latin typeface="Manrope"/>
              </a:rPr>
              <a:t>DUBAI FINTECH SUMMIT
Managed for DIFC, driving cross-border economic growth.
WORLD CX SUMMIT
Reimagining customer journeys, enterprise marketing, and loyalty.</a:t>
            </a:r>
          </a:p>
        </p:txBody>
      </p:sp>
      <p:sp>
        <p:nvSpPr>
          <p:cNvPr id="15" name="Rectangle 14"/>
          <p:cNvSpPr/>
          <p:nvPr/>
        </p:nvSpPr>
        <p:spPr>
          <a:xfrm>
            <a:off x="6217920" y="3840480"/>
            <a:ext cx="5212080" cy="210312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3840480"/>
            <a:ext cx="5212080" cy="320040"/>
          </a:xfrm>
          <a:prstGeom prst="rect">
            <a:avLst/>
          </a:prstGeom>
          <a:solidFill>
            <a:srgbClr val="004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3886200"/>
            <a:ext cx="4937760" cy="228600"/>
          </a:xfrm>
          <a:prstGeom prst="rect">
            <a:avLst/>
          </a:prstGeom>
          <a:noFill/>
        </p:spPr>
        <p:txBody>
          <a:bodyPr wrap="square" lIns="45720" rIns="45720">
            <a:spAutoFit/>
          </a:bodyPr>
          <a:lstStyle/>
          <a:p>
            <a:pPr algn="l"/>
            <a:r>
              <a:rPr sz="1100" b="1" i="0">
                <a:solidFill>
                  <a:srgbClr val="E6FFA6"/>
                </a:solidFill>
                <a:latin typeface="Manrope"/>
              </a:rPr>
              <a:t>CYBERSECURITY &amp; CLOUD</a:t>
            </a:r>
          </a:p>
        </p:txBody>
      </p:sp>
      <p:sp>
        <p:nvSpPr>
          <p:cNvPr id="18" name="TextBox 17"/>
          <p:cNvSpPr txBox="1"/>
          <p:nvPr/>
        </p:nvSpPr>
        <p:spPr>
          <a:xfrm>
            <a:off x="6400800" y="4297680"/>
            <a:ext cx="4846320" cy="1554480"/>
          </a:xfrm>
          <a:prstGeom prst="rect">
            <a:avLst/>
          </a:prstGeom>
          <a:noFill/>
        </p:spPr>
        <p:txBody>
          <a:bodyPr wrap="square" lIns="45720" rIns="45720">
            <a:spAutoFit/>
          </a:bodyPr>
          <a:lstStyle/>
          <a:p>
            <a:pPr algn="l">
              <a:lnSpc>
                <a:spcPct val="130000"/>
              </a:lnSpc>
            </a:pPr>
            <a:r>
              <a:rPr sz="1050" b="0" i="0">
                <a:solidFill>
                  <a:srgbClr val="3C3C3C"/>
                </a:solidFill>
                <a:latin typeface="Manrope"/>
              </a:rPr>
              <a:t>WORLD CYBER SECURITY SUMMIT
Focused platform for CISOs to address new-age cybersecurity threats.
WORLD CLOUD SHOW
Enterprise cloud, data, and virtualization summits.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4B4E"/>
        </a:solidFill>
        <a:effectLst/>
      </p:bgPr>
    </p:bg>
    <p:spTree>
      <p:nvGrpSpPr>
        <p:cNvPr id="1" name=""/>
        <p:cNvGrpSpPr/>
        <p:nvPr/>
      </p:nvGrpSpPr>
      <p:grpSpPr>
        <a:xfrm>
          <a:off x="0" y="0"/>
          <a:ext cx="0" cy="0"/>
          <a:chOff x="0" y="0"/>
          <a:chExt cx="0" cy="0"/>
        </a:xfrm>
      </p:grpSpPr>
      <p:sp>
        <p:nvSpPr>
          <p:cNvPr id="104" name="Oval 103">
            <a:extLst>
              <a:ext uri="{FF2B5EF4-FFF2-40B4-BE49-F238E27FC236}">
                <a16:creationId xmlns:a16="http://schemas.microsoft.com/office/drawing/2014/main" id="{D6530087-2B0D-4B24-98A5-6D8567A5017C}"/>
              </a:ext>
            </a:extLst>
          </p:cNvPr>
          <p:cNvSpPr/>
          <p:nvPr/>
        </p:nvSpPr>
        <p:spPr>
          <a:xfrm>
            <a:off x="-53975" y="223202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3" name="Oval 102">
            <a:extLst>
              <a:ext uri="{FF2B5EF4-FFF2-40B4-BE49-F238E27FC236}">
                <a16:creationId xmlns:a16="http://schemas.microsoft.com/office/drawing/2014/main" id="{6CBFC9A7-8F4E-44A4-BB1D-0031C41432E4}"/>
              </a:ext>
            </a:extLst>
          </p:cNvPr>
          <p:cNvSpPr/>
          <p:nvPr/>
        </p:nvSpPr>
        <p:spPr>
          <a:xfrm>
            <a:off x="201976" y="221765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2" name="Oval 101">
            <a:extLst>
              <a:ext uri="{FF2B5EF4-FFF2-40B4-BE49-F238E27FC236}">
                <a16:creationId xmlns:a16="http://schemas.microsoft.com/office/drawing/2014/main" id="{2F64C454-0B7A-4CF2-9B50-7A499F557AE5}"/>
              </a:ext>
            </a:extLst>
          </p:cNvPr>
          <p:cNvSpPr/>
          <p:nvPr/>
        </p:nvSpPr>
        <p:spPr>
          <a:xfrm>
            <a:off x="454708" y="217471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1" name="Oval 100">
            <a:extLst>
              <a:ext uri="{FF2B5EF4-FFF2-40B4-BE49-F238E27FC236}">
                <a16:creationId xmlns:a16="http://schemas.microsoft.com/office/drawing/2014/main" id="{8FDF7ACA-01D9-471E-824E-9E2D35AF14F4}"/>
              </a:ext>
            </a:extLst>
          </p:cNvPr>
          <p:cNvSpPr/>
          <p:nvPr/>
        </p:nvSpPr>
        <p:spPr>
          <a:xfrm>
            <a:off x="701043" y="210374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0" name="Oval 99">
            <a:extLst>
              <a:ext uri="{FF2B5EF4-FFF2-40B4-BE49-F238E27FC236}">
                <a16:creationId xmlns:a16="http://schemas.microsoft.com/office/drawing/2014/main" id="{C9005763-06C0-4C86-9C40-F687A979D7C8}"/>
              </a:ext>
            </a:extLst>
          </p:cNvPr>
          <p:cNvSpPr/>
          <p:nvPr/>
        </p:nvSpPr>
        <p:spPr>
          <a:xfrm>
            <a:off x="937883" y="200564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245128EF-EEDF-474F-ABED-31B224E68579}"/>
              </a:ext>
            </a:extLst>
          </p:cNvPr>
          <p:cNvSpPr/>
          <p:nvPr/>
        </p:nvSpPr>
        <p:spPr>
          <a:xfrm>
            <a:off x="1162250" y="1881637"/>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8" name="Oval 97">
            <a:extLst>
              <a:ext uri="{FF2B5EF4-FFF2-40B4-BE49-F238E27FC236}">
                <a16:creationId xmlns:a16="http://schemas.microsoft.com/office/drawing/2014/main" id="{FA82961F-35A6-4ABF-A161-002D375A2DBC}"/>
              </a:ext>
            </a:extLst>
          </p:cNvPr>
          <p:cNvSpPr/>
          <p:nvPr/>
        </p:nvSpPr>
        <p:spPr>
          <a:xfrm>
            <a:off x="1371323" y="173329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7" name="Oval 96">
            <a:extLst>
              <a:ext uri="{FF2B5EF4-FFF2-40B4-BE49-F238E27FC236}">
                <a16:creationId xmlns:a16="http://schemas.microsoft.com/office/drawing/2014/main" id="{1F475536-99CF-4F44-9FC2-B4F7AED9291B}"/>
              </a:ext>
            </a:extLst>
          </p:cNvPr>
          <p:cNvSpPr/>
          <p:nvPr/>
        </p:nvSpPr>
        <p:spPr>
          <a:xfrm>
            <a:off x="1562471" y="156247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6" name="Oval 95">
            <a:extLst>
              <a:ext uri="{FF2B5EF4-FFF2-40B4-BE49-F238E27FC236}">
                <a16:creationId xmlns:a16="http://schemas.microsoft.com/office/drawing/2014/main" id="{F77D690E-7E2E-4653-9110-3E217D4A4C1D}"/>
              </a:ext>
            </a:extLst>
          </p:cNvPr>
          <p:cNvSpPr/>
          <p:nvPr/>
        </p:nvSpPr>
        <p:spPr>
          <a:xfrm>
            <a:off x="1733292" y="137132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5" name="Oval 94">
            <a:extLst>
              <a:ext uri="{FF2B5EF4-FFF2-40B4-BE49-F238E27FC236}">
                <a16:creationId xmlns:a16="http://schemas.microsoft.com/office/drawing/2014/main" id="{F3A223ED-E436-475B-AF4E-9791DB21B0C1}"/>
              </a:ext>
            </a:extLst>
          </p:cNvPr>
          <p:cNvSpPr/>
          <p:nvPr/>
        </p:nvSpPr>
        <p:spPr>
          <a:xfrm>
            <a:off x="1881637" y="116225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4" name="Oval 93">
            <a:extLst>
              <a:ext uri="{FF2B5EF4-FFF2-40B4-BE49-F238E27FC236}">
                <a16:creationId xmlns:a16="http://schemas.microsoft.com/office/drawing/2014/main" id="{B26E2155-73D0-4BBF-8EED-A1F12380D6F3}"/>
              </a:ext>
            </a:extLst>
          </p:cNvPr>
          <p:cNvSpPr/>
          <p:nvPr/>
        </p:nvSpPr>
        <p:spPr>
          <a:xfrm>
            <a:off x="2005640" y="93788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3" name="Oval 92">
            <a:extLst>
              <a:ext uri="{FF2B5EF4-FFF2-40B4-BE49-F238E27FC236}">
                <a16:creationId xmlns:a16="http://schemas.microsoft.com/office/drawing/2014/main" id="{4620B7C3-175A-4D83-B437-C3A388F0D847}"/>
              </a:ext>
            </a:extLst>
          </p:cNvPr>
          <p:cNvSpPr/>
          <p:nvPr/>
        </p:nvSpPr>
        <p:spPr>
          <a:xfrm>
            <a:off x="2103742" y="70104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2" name="Oval 91">
            <a:extLst>
              <a:ext uri="{FF2B5EF4-FFF2-40B4-BE49-F238E27FC236}">
                <a16:creationId xmlns:a16="http://schemas.microsoft.com/office/drawing/2014/main" id="{15F90E36-D87A-43FC-B7CD-F2908D080B7F}"/>
              </a:ext>
            </a:extLst>
          </p:cNvPr>
          <p:cNvSpPr/>
          <p:nvPr/>
        </p:nvSpPr>
        <p:spPr>
          <a:xfrm>
            <a:off x="2174710" y="454708"/>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1" name="Oval 90">
            <a:extLst>
              <a:ext uri="{FF2B5EF4-FFF2-40B4-BE49-F238E27FC236}">
                <a16:creationId xmlns:a16="http://schemas.microsoft.com/office/drawing/2014/main" id="{BFF8B3E2-D074-429E-8C17-C6EF843D81DD}"/>
              </a:ext>
            </a:extLst>
          </p:cNvPr>
          <p:cNvSpPr/>
          <p:nvPr/>
        </p:nvSpPr>
        <p:spPr>
          <a:xfrm>
            <a:off x="2217651" y="201976"/>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0" name="Oval 89">
            <a:extLst>
              <a:ext uri="{FF2B5EF4-FFF2-40B4-BE49-F238E27FC236}">
                <a16:creationId xmlns:a16="http://schemas.microsoft.com/office/drawing/2014/main" id="{0EEA4BBB-DFA3-4887-97FB-8C452456BF8B}"/>
              </a:ext>
            </a:extLst>
          </p:cNvPr>
          <p:cNvSpPr/>
          <p:nvPr/>
        </p:nvSpPr>
        <p:spPr>
          <a:xfrm>
            <a:off x="2232025" y="-5397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9" name="Oval 88">
            <a:extLst>
              <a:ext uri="{FF2B5EF4-FFF2-40B4-BE49-F238E27FC236}">
                <a16:creationId xmlns:a16="http://schemas.microsoft.com/office/drawing/2014/main" id="{8C97EE9F-7E41-4881-A1E6-A62A775020AE}"/>
              </a:ext>
            </a:extLst>
          </p:cNvPr>
          <p:cNvSpPr/>
          <p:nvPr/>
        </p:nvSpPr>
        <p:spPr>
          <a:xfrm>
            <a:off x="-44450" y="17970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8" name="Oval 87">
            <a:extLst>
              <a:ext uri="{FF2B5EF4-FFF2-40B4-BE49-F238E27FC236}">
                <a16:creationId xmlns:a16="http://schemas.microsoft.com/office/drawing/2014/main" id="{7B70D9EE-27D8-433A-B1F5-C06BF9F805D0}"/>
              </a:ext>
            </a:extLst>
          </p:cNvPr>
          <p:cNvSpPr/>
          <p:nvPr/>
        </p:nvSpPr>
        <p:spPr>
          <a:xfrm>
            <a:off x="217623" y="177830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7" name="Oval 86">
            <a:extLst>
              <a:ext uri="{FF2B5EF4-FFF2-40B4-BE49-F238E27FC236}">
                <a16:creationId xmlns:a16="http://schemas.microsoft.com/office/drawing/2014/main" id="{FFDCE044-AD0C-4C1F-80B3-9A3D3E005542}"/>
              </a:ext>
            </a:extLst>
          </p:cNvPr>
          <p:cNvSpPr/>
          <p:nvPr/>
        </p:nvSpPr>
        <p:spPr>
          <a:xfrm>
            <a:off x="474360" y="172245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6" name="Oval 85">
            <a:extLst>
              <a:ext uri="{FF2B5EF4-FFF2-40B4-BE49-F238E27FC236}">
                <a16:creationId xmlns:a16="http://schemas.microsoft.com/office/drawing/2014/main" id="{E5D45F03-7EF5-4ACA-A7CD-4FF8F90323FD}"/>
              </a:ext>
            </a:extLst>
          </p:cNvPr>
          <p:cNvSpPr/>
          <p:nvPr/>
        </p:nvSpPr>
        <p:spPr>
          <a:xfrm>
            <a:off x="720537" y="16306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5" name="Oval 84">
            <a:extLst>
              <a:ext uri="{FF2B5EF4-FFF2-40B4-BE49-F238E27FC236}">
                <a16:creationId xmlns:a16="http://schemas.microsoft.com/office/drawing/2014/main" id="{09DEC02D-A7D0-4005-A278-444E96EFDE83}"/>
              </a:ext>
            </a:extLst>
          </p:cNvPr>
          <p:cNvSpPr/>
          <p:nvPr/>
        </p:nvSpPr>
        <p:spPr>
          <a:xfrm>
            <a:off x="951140" y="1504718"/>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4" name="Oval 83">
            <a:extLst>
              <a:ext uri="{FF2B5EF4-FFF2-40B4-BE49-F238E27FC236}">
                <a16:creationId xmlns:a16="http://schemas.microsoft.com/office/drawing/2014/main" id="{23F339C1-FCE1-429F-99A5-BA1782F8ABC1}"/>
              </a:ext>
            </a:extLst>
          </p:cNvPr>
          <p:cNvSpPr/>
          <p:nvPr/>
        </p:nvSpPr>
        <p:spPr>
          <a:xfrm>
            <a:off x="1161476" y="134726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BC4D51FB-D1C3-4DCA-B5CD-C848AFF5FC33}"/>
              </a:ext>
            </a:extLst>
          </p:cNvPr>
          <p:cNvSpPr/>
          <p:nvPr/>
        </p:nvSpPr>
        <p:spPr>
          <a:xfrm>
            <a:off x="1347263" y="116147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2" name="Oval 81">
            <a:extLst>
              <a:ext uri="{FF2B5EF4-FFF2-40B4-BE49-F238E27FC236}">
                <a16:creationId xmlns:a16="http://schemas.microsoft.com/office/drawing/2014/main" id="{F7E211C8-F9E3-4D35-B885-53CAD57A1EF1}"/>
              </a:ext>
            </a:extLst>
          </p:cNvPr>
          <p:cNvSpPr/>
          <p:nvPr/>
        </p:nvSpPr>
        <p:spPr>
          <a:xfrm>
            <a:off x="1504718" y="95114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16BEDAE9-B2AC-4D65-BFBF-58B35909D5D3}"/>
              </a:ext>
            </a:extLst>
          </p:cNvPr>
          <p:cNvSpPr/>
          <p:nvPr/>
        </p:nvSpPr>
        <p:spPr>
          <a:xfrm>
            <a:off x="1630637" y="7205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92B2D166-F9B8-4CC1-8D88-BFC62D10E685}"/>
              </a:ext>
            </a:extLst>
          </p:cNvPr>
          <p:cNvSpPr/>
          <p:nvPr/>
        </p:nvSpPr>
        <p:spPr>
          <a:xfrm>
            <a:off x="1722456" y="47436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9" name="Oval 78">
            <a:extLst>
              <a:ext uri="{FF2B5EF4-FFF2-40B4-BE49-F238E27FC236}">
                <a16:creationId xmlns:a16="http://schemas.microsoft.com/office/drawing/2014/main" id="{7E0204A8-45D3-401A-BF3A-E8E1E4507E5D}"/>
              </a:ext>
            </a:extLst>
          </p:cNvPr>
          <p:cNvSpPr/>
          <p:nvPr/>
        </p:nvSpPr>
        <p:spPr>
          <a:xfrm>
            <a:off x="1778306" y="21762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136DB747-0DE4-4441-BB96-9857E5138407}"/>
              </a:ext>
            </a:extLst>
          </p:cNvPr>
          <p:cNvSpPr/>
          <p:nvPr/>
        </p:nvSpPr>
        <p:spPr>
          <a:xfrm>
            <a:off x="1797050" y="-444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922D7CD6-01F1-4150-BECE-7A687175CC3F}"/>
              </a:ext>
            </a:extLst>
          </p:cNvPr>
          <p:cNvSpPr/>
          <p:nvPr/>
        </p:nvSpPr>
        <p:spPr>
          <a:xfrm>
            <a:off x="-34925" y="136207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3437A2F2-5080-4EC8-88D9-6C50DE50781A}"/>
              </a:ext>
            </a:extLst>
          </p:cNvPr>
          <p:cNvSpPr/>
          <p:nvPr/>
        </p:nvSpPr>
        <p:spPr>
          <a:xfrm>
            <a:off x="237616" y="1335232"/>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5" name="Oval 74">
            <a:extLst>
              <a:ext uri="{FF2B5EF4-FFF2-40B4-BE49-F238E27FC236}">
                <a16:creationId xmlns:a16="http://schemas.microsoft.com/office/drawing/2014/main" id="{CF607254-81EB-45DD-A237-42C8D49C270D}"/>
              </a:ext>
            </a:extLst>
          </p:cNvPr>
          <p:cNvSpPr/>
          <p:nvPr/>
        </p:nvSpPr>
        <p:spPr>
          <a:xfrm>
            <a:off x="499684" y="125573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4" name="Oval 73">
            <a:extLst>
              <a:ext uri="{FF2B5EF4-FFF2-40B4-BE49-F238E27FC236}">
                <a16:creationId xmlns:a16="http://schemas.microsoft.com/office/drawing/2014/main" id="{C237040B-6B2C-47D1-8FAA-15DCAE0C92C4}"/>
              </a:ext>
            </a:extLst>
          </p:cNvPr>
          <p:cNvSpPr/>
          <p:nvPr/>
        </p:nvSpPr>
        <p:spPr>
          <a:xfrm>
            <a:off x="741207" y="1126638"/>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3" name="Oval 72">
            <a:extLst>
              <a:ext uri="{FF2B5EF4-FFF2-40B4-BE49-F238E27FC236}">
                <a16:creationId xmlns:a16="http://schemas.microsoft.com/office/drawing/2014/main" id="{0D64E476-0FAB-494B-A83A-4360F3055589}"/>
              </a:ext>
            </a:extLst>
          </p:cNvPr>
          <p:cNvSpPr/>
          <p:nvPr/>
        </p:nvSpPr>
        <p:spPr>
          <a:xfrm>
            <a:off x="952903" y="952903"/>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2" name="Oval 71">
            <a:extLst>
              <a:ext uri="{FF2B5EF4-FFF2-40B4-BE49-F238E27FC236}">
                <a16:creationId xmlns:a16="http://schemas.microsoft.com/office/drawing/2014/main" id="{9DE7CD52-744D-4801-9484-A6C4A40059B5}"/>
              </a:ext>
            </a:extLst>
          </p:cNvPr>
          <p:cNvSpPr/>
          <p:nvPr/>
        </p:nvSpPr>
        <p:spPr>
          <a:xfrm>
            <a:off x="1126638" y="741207"/>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1" name="Oval 70">
            <a:extLst>
              <a:ext uri="{FF2B5EF4-FFF2-40B4-BE49-F238E27FC236}">
                <a16:creationId xmlns:a16="http://schemas.microsoft.com/office/drawing/2014/main" id="{D9E09E47-5982-4812-B860-B1ED477DC6BC}"/>
              </a:ext>
            </a:extLst>
          </p:cNvPr>
          <p:cNvSpPr/>
          <p:nvPr/>
        </p:nvSpPr>
        <p:spPr>
          <a:xfrm>
            <a:off x="1255735" y="499684"/>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8B482D9A-3185-4A0B-8260-FBBEED96DB30}"/>
              </a:ext>
            </a:extLst>
          </p:cNvPr>
          <p:cNvSpPr/>
          <p:nvPr/>
        </p:nvSpPr>
        <p:spPr>
          <a:xfrm>
            <a:off x="1335232" y="237616"/>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9" name="Oval 68">
            <a:extLst>
              <a:ext uri="{FF2B5EF4-FFF2-40B4-BE49-F238E27FC236}">
                <a16:creationId xmlns:a16="http://schemas.microsoft.com/office/drawing/2014/main" id="{6C612530-1CFB-4073-89D9-B09771E80B16}"/>
              </a:ext>
            </a:extLst>
          </p:cNvPr>
          <p:cNvSpPr/>
          <p:nvPr/>
        </p:nvSpPr>
        <p:spPr>
          <a:xfrm>
            <a:off x="1362075" y="-3492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8" name="Oval 67">
            <a:extLst>
              <a:ext uri="{FF2B5EF4-FFF2-40B4-BE49-F238E27FC236}">
                <a16:creationId xmlns:a16="http://schemas.microsoft.com/office/drawing/2014/main" id="{9251FE03-7112-4589-A3E3-974096C31B6B}"/>
              </a:ext>
            </a:extLst>
          </p:cNvPr>
          <p:cNvSpPr/>
          <p:nvPr/>
        </p:nvSpPr>
        <p:spPr>
          <a:xfrm>
            <a:off x="-25400" y="9271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2AD4C35F-F707-4358-A9E2-B1373624043A}"/>
              </a:ext>
            </a:extLst>
          </p:cNvPr>
          <p:cNvSpPr/>
          <p:nvPr/>
        </p:nvSpPr>
        <p:spPr>
          <a:xfrm>
            <a:off x="268939" y="880481"/>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A0880D26-8A62-45B9-9448-4F90242537A7}"/>
              </a:ext>
            </a:extLst>
          </p:cNvPr>
          <p:cNvSpPr/>
          <p:nvPr/>
        </p:nvSpPr>
        <p:spPr>
          <a:xfrm>
            <a:off x="534465" y="74518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71549C56-2F23-40ED-B98D-C97656483741}"/>
              </a:ext>
            </a:extLst>
          </p:cNvPr>
          <p:cNvSpPr/>
          <p:nvPr/>
        </p:nvSpPr>
        <p:spPr>
          <a:xfrm>
            <a:off x="745189" y="534465"/>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5528D8B8-9C46-4785-91DD-6376912C5BAB}"/>
              </a:ext>
            </a:extLst>
          </p:cNvPr>
          <p:cNvSpPr/>
          <p:nvPr/>
        </p:nvSpPr>
        <p:spPr>
          <a:xfrm>
            <a:off x="880481" y="26893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2E898030-AE5B-4C63-89FD-73595099B27B}"/>
              </a:ext>
            </a:extLst>
          </p:cNvPr>
          <p:cNvSpPr/>
          <p:nvPr/>
        </p:nvSpPr>
        <p:spPr>
          <a:xfrm>
            <a:off x="927100" y="-254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98C4BC03-86EA-413C-8C75-100A68B45C40}"/>
              </a:ext>
            </a:extLst>
          </p:cNvPr>
          <p:cNvSpPr/>
          <p:nvPr/>
        </p:nvSpPr>
        <p:spPr>
          <a:xfrm>
            <a:off x="-15875" y="49212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53CC408D-8D63-408B-B1F4-2594CCCAE586}"/>
              </a:ext>
            </a:extLst>
          </p:cNvPr>
          <p:cNvSpPr/>
          <p:nvPr/>
        </p:nvSpPr>
        <p:spPr>
          <a:xfrm>
            <a:off x="343335" y="34333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0" name="Oval 59">
            <a:extLst>
              <a:ext uri="{FF2B5EF4-FFF2-40B4-BE49-F238E27FC236}">
                <a16:creationId xmlns:a16="http://schemas.microsoft.com/office/drawing/2014/main" id="{C5F5F50E-41F0-40B6-A81D-E628516E9E0A}"/>
              </a:ext>
            </a:extLst>
          </p:cNvPr>
          <p:cNvSpPr/>
          <p:nvPr/>
        </p:nvSpPr>
        <p:spPr>
          <a:xfrm>
            <a:off x="492125" y="-1587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AA601476-F1AB-4BF9-8849-F77D2BBECF7E}"/>
              </a:ext>
            </a:extLst>
          </p:cNvPr>
          <p:cNvSpPr/>
          <p:nvPr/>
        </p:nvSpPr>
        <p:spPr>
          <a:xfrm>
            <a:off x="12138025" y="4518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8" name="Oval 57">
            <a:extLst>
              <a:ext uri="{FF2B5EF4-FFF2-40B4-BE49-F238E27FC236}">
                <a16:creationId xmlns:a16="http://schemas.microsoft.com/office/drawing/2014/main" id="{69FBF1E6-9C45-48C0-8894-BDD2F2BABF30}"/>
              </a:ext>
            </a:extLst>
          </p:cNvPr>
          <p:cNvSpPr/>
          <p:nvPr/>
        </p:nvSpPr>
        <p:spPr>
          <a:xfrm>
            <a:off x="11882074" y="453239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7" name="Oval 56">
            <a:extLst>
              <a:ext uri="{FF2B5EF4-FFF2-40B4-BE49-F238E27FC236}">
                <a16:creationId xmlns:a16="http://schemas.microsoft.com/office/drawing/2014/main" id="{2E611AFF-29E0-492B-9B90-51CA5F8D1D69}"/>
              </a:ext>
            </a:extLst>
          </p:cNvPr>
          <p:cNvSpPr/>
          <p:nvPr/>
        </p:nvSpPr>
        <p:spPr>
          <a:xfrm>
            <a:off x="11629342" y="457534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737D8190-1701-48CA-9BAC-76F5BDC8F670}"/>
              </a:ext>
            </a:extLst>
          </p:cNvPr>
          <p:cNvSpPr/>
          <p:nvPr/>
        </p:nvSpPr>
        <p:spPr>
          <a:xfrm>
            <a:off x="11383007" y="464630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5" name="Oval 54">
            <a:extLst>
              <a:ext uri="{FF2B5EF4-FFF2-40B4-BE49-F238E27FC236}">
                <a16:creationId xmlns:a16="http://schemas.microsoft.com/office/drawing/2014/main" id="{3F5E33AB-F68F-4D83-8261-3F4C0448D57E}"/>
              </a:ext>
            </a:extLst>
          </p:cNvPr>
          <p:cNvSpPr/>
          <p:nvPr/>
        </p:nvSpPr>
        <p:spPr>
          <a:xfrm>
            <a:off x="11146167" y="474441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4" name="Oval 53">
            <a:extLst>
              <a:ext uri="{FF2B5EF4-FFF2-40B4-BE49-F238E27FC236}">
                <a16:creationId xmlns:a16="http://schemas.microsoft.com/office/drawing/2014/main" id="{D8F7E742-FA11-4AFE-94D5-AADED79B5ACB}"/>
              </a:ext>
            </a:extLst>
          </p:cNvPr>
          <p:cNvSpPr/>
          <p:nvPr/>
        </p:nvSpPr>
        <p:spPr>
          <a:xfrm>
            <a:off x="10921800" y="4868413"/>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C0FC377C-DD53-4F4B-ABF3-AB3BCDA40A03}"/>
              </a:ext>
            </a:extLst>
          </p:cNvPr>
          <p:cNvSpPr/>
          <p:nvPr/>
        </p:nvSpPr>
        <p:spPr>
          <a:xfrm>
            <a:off x="10712728" y="501675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90977D4D-BE43-423C-9120-3891A3FCB18A}"/>
              </a:ext>
            </a:extLst>
          </p:cNvPr>
          <p:cNvSpPr/>
          <p:nvPr/>
        </p:nvSpPr>
        <p:spPr>
          <a:xfrm>
            <a:off x="10521579" y="518757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67390A6B-34D3-4CB1-AF1E-5B336915E04D}"/>
              </a:ext>
            </a:extLst>
          </p:cNvPr>
          <p:cNvSpPr/>
          <p:nvPr/>
        </p:nvSpPr>
        <p:spPr>
          <a:xfrm>
            <a:off x="10350758" y="537872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14881305-72B9-40FF-8E29-A9B32A9D52C0}"/>
              </a:ext>
            </a:extLst>
          </p:cNvPr>
          <p:cNvSpPr/>
          <p:nvPr/>
        </p:nvSpPr>
        <p:spPr>
          <a:xfrm>
            <a:off x="10202414" y="558780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FDF24B6F-8DFA-458C-8CE2-D800EEEBA12F}"/>
              </a:ext>
            </a:extLst>
          </p:cNvPr>
          <p:cNvSpPr/>
          <p:nvPr/>
        </p:nvSpPr>
        <p:spPr>
          <a:xfrm>
            <a:off x="10078410" y="581216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C7172C58-ACFF-4FA7-BDBA-FA009F10AF82}"/>
              </a:ext>
            </a:extLst>
          </p:cNvPr>
          <p:cNvSpPr/>
          <p:nvPr/>
        </p:nvSpPr>
        <p:spPr>
          <a:xfrm>
            <a:off x="9980308" y="604900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3A9AEF67-B48B-4777-96CA-2E78B1965C10}"/>
              </a:ext>
            </a:extLst>
          </p:cNvPr>
          <p:cNvSpPr/>
          <p:nvPr/>
        </p:nvSpPr>
        <p:spPr>
          <a:xfrm>
            <a:off x="9909340" y="6295342"/>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EA33B683-3615-449B-8320-EA7774FBC20C}"/>
              </a:ext>
            </a:extLst>
          </p:cNvPr>
          <p:cNvSpPr/>
          <p:nvPr/>
        </p:nvSpPr>
        <p:spPr>
          <a:xfrm>
            <a:off x="9866399" y="6548074"/>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2142F4B5-8C8A-4B17-AF39-89544D6CDFC4}"/>
              </a:ext>
            </a:extLst>
          </p:cNvPr>
          <p:cNvSpPr/>
          <p:nvPr/>
        </p:nvSpPr>
        <p:spPr>
          <a:xfrm>
            <a:off x="9852025" y="6804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982BBDAC-F046-4F8A-A502-4F1B1BD53747}"/>
              </a:ext>
            </a:extLst>
          </p:cNvPr>
          <p:cNvSpPr/>
          <p:nvPr/>
        </p:nvSpPr>
        <p:spPr>
          <a:xfrm>
            <a:off x="12147550" y="49720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44D842D8-15D2-40C4-9CEC-8CEF824F1673}"/>
              </a:ext>
            </a:extLst>
          </p:cNvPr>
          <p:cNvSpPr/>
          <p:nvPr/>
        </p:nvSpPr>
        <p:spPr>
          <a:xfrm>
            <a:off x="11885477" y="499079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8A36391B-6CB6-46E6-9A8D-423DAF0E4D64}"/>
              </a:ext>
            </a:extLst>
          </p:cNvPr>
          <p:cNvSpPr/>
          <p:nvPr/>
        </p:nvSpPr>
        <p:spPr>
          <a:xfrm>
            <a:off x="11628740" y="504664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756D167A-C39B-41B3-8848-E80FF9326158}"/>
              </a:ext>
            </a:extLst>
          </p:cNvPr>
          <p:cNvSpPr/>
          <p:nvPr/>
        </p:nvSpPr>
        <p:spPr>
          <a:xfrm>
            <a:off x="11382563" y="51384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383FF243-0DE5-412B-8E50-156370E75E6C}"/>
              </a:ext>
            </a:extLst>
          </p:cNvPr>
          <p:cNvSpPr/>
          <p:nvPr/>
        </p:nvSpPr>
        <p:spPr>
          <a:xfrm>
            <a:off x="11151960" y="5264382"/>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7E67B417-3CCF-4B24-A7A6-3634D926F34B}"/>
              </a:ext>
            </a:extLst>
          </p:cNvPr>
          <p:cNvSpPr/>
          <p:nvPr/>
        </p:nvSpPr>
        <p:spPr>
          <a:xfrm>
            <a:off x="10941624" y="542183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CCE01AD4-8D77-4D12-8EDD-FB5F89C516C1}"/>
              </a:ext>
            </a:extLst>
          </p:cNvPr>
          <p:cNvSpPr/>
          <p:nvPr/>
        </p:nvSpPr>
        <p:spPr>
          <a:xfrm>
            <a:off x="10755837" y="560762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BE1A87F5-8CC3-4725-87C4-BF17A45376A5}"/>
              </a:ext>
            </a:extLst>
          </p:cNvPr>
          <p:cNvSpPr/>
          <p:nvPr/>
        </p:nvSpPr>
        <p:spPr>
          <a:xfrm>
            <a:off x="10598382" y="581796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35749852-D474-46AE-8A4C-21F7A7B3C0D2}"/>
              </a:ext>
            </a:extLst>
          </p:cNvPr>
          <p:cNvSpPr/>
          <p:nvPr/>
        </p:nvSpPr>
        <p:spPr>
          <a:xfrm>
            <a:off x="10472462" y="60485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C47F166C-AED5-4754-A009-5A48A99096D9}"/>
              </a:ext>
            </a:extLst>
          </p:cNvPr>
          <p:cNvSpPr/>
          <p:nvPr/>
        </p:nvSpPr>
        <p:spPr>
          <a:xfrm>
            <a:off x="10380644" y="6294739"/>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0D8A20B1-504D-4E89-AE6D-991A426A729D}"/>
              </a:ext>
            </a:extLst>
          </p:cNvPr>
          <p:cNvSpPr/>
          <p:nvPr/>
        </p:nvSpPr>
        <p:spPr>
          <a:xfrm>
            <a:off x="10324794" y="655147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96875D06-7B3A-4613-9446-B1C5EF32BBA0}"/>
              </a:ext>
            </a:extLst>
          </p:cNvPr>
          <p:cNvSpPr/>
          <p:nvPr/>
        </p:nvSpPr>
        <p:spPr>
          <a:xfrm>
            <a:off x="10306050" y="68135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5B83A6BB-3B15-4250-8345-04B44E94F685}"/>
              </a:ext>
            </a:extLst>
          </p:cNvPr>
          <p:cNvSpPr/>
          <p:nvPr/>
        </p:nvSpPr>
        <p:spPr>
          <a:xfrm>
            <a:off x="12157075" y="5426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74EEC19C-B58C-46BE-A182-2092856530D1}"/>
              </a:ext>
            </a:extLst>
          </p:cNvPr>
          <p:cNvSpPr/>
          <p:nvPr/>
        </p:nvSpPr>
        <p:spPr>
          <a:xfrm>
            <a:off x="11884533" y="5452918"/>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652F0762-0A0F-4DF7-B713-7D23A22DA046}"/>
              </a:ext>
            </a:extLst>
          </p:cNvPr>
          <p:cNvSpPr/>
          <p:nvPr/>
        </p:nvSpPr>
        <p:spPr>
          <a:xfrm>
            <a:off x="11622467" y="553241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8C7AEB5B-AE00-451D-9978-4A0E54104599}"/>
              </a:ext>
            </a:extLst>
          </p:cNvPr>
          <p:cNvSpPr/>
          <p:nvPr/>
        </p:nvSpPr>
        <p:spPr>
          <a:xfrm>
            <a:off x="11380943" y="5661512"/>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08781E8B-C85A-46C8-8CF7-3AD7F8904D3E}"/>
              </a:ext>
            </a:extLst>
          </p:cNvPr>
          <p:cNvSpPr/>
          <p:nvPr/>
        </p:nvSpPr>
        <p:spPr>
          <a:xfrm>
            <a:off x="11169247" y="5835247"/>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BCB866A8-FDD7-44DE-A95A-3AB1DE344A0B}"/>
              </a:ext>
            </a:extLst>
          </p:cNvPr>
          <p:cNvSpPr/>
          <p:nvPr/>
        </p:nvSpPr>
        <p:spPr>
          <a:xfrm>
            <a:off x="10995512" y="604694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26106837-2394-492F-AC81-D83366E0A741}"/>
              </a:ext>
            </a:extLst>
          </p:cNvPr>
          <p:cNvSpPr/>
          <p:nvPr/>
        </p:nvSpPr>
        <p:spPr>
          <a:xfrm>
            <a:off x="10866415" y="6288466"/>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B639B867-4EA4-4E63-AC97-12545B4343A6}"/>
              </a:ext>
            </a:extLst>
          </p:cNvPr>
          <p:cNvSpPr/>
          <p:nvPr/>
        </p:nvSpPr>
        <p:spPr>
          <a:xfrm>
            <a:off x="10786918" y="655053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19846C72-8068-40CB-8BC5-C0E5FEAAC684}"/>
              </a:ext>
            </a:extLst>
          </p:cNvPr>
          <p:cNvSpPr/>
          <p:nvPr/>
        </p:nvSpPr>
        <p:spPr>
          <a:xfrm>
            <a:off x="10760075" y="6823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D38F9C40-5B76-4189-8770-F14F5049D12D}"/>
              </a:ext>
            </a:extLst>
          </p:cNvPr>
          <p:cNvSpPr/>
          <p:nvPr/>
        </p:nvSpPr>
        <p:spPr>
          <a:xfrm>
            <a:off x="12166600" y="58801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DEFD21EC-9A74-4CE5-B12D-43913DE745BE}"/>
              </a:ext>
            </a:extLst>
          </p:cNvPr>
          <p:cNvSpPr/>
          <p:nvPr/>
        </p:nvSpPr>
        <p:spPr>
          <a:xfrm>
            <a:off x="11872261" y="5926719"/>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1EE9AC3C-AE41-4773-A04D-E8F725B1EC11}"/>
              </a:ext>
            </a:extLst>
          </p:cNvPr>
          <p:cNvSpPr/>
          <p:nvPr/>
        </p:nvSpPr>
        <p:spPr>
          <a:xfrm>
            <a:off x="11606734" y="606201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DF1495FC-1A69-4789-A383-167170F0E47F}"/>
              </a:ext>
            </a:extLst>
          </p:cNvPr>
          <p:cNvSpPr/>
          <p:nvPr/>
        </p:nvSpPr>
        <p:spPr>
          <a:xfrm>
            <a:off x="11396011" y="6272735"/>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F69264EC-227D-42CF-A4D1-76902EA2D14D}"/>
              </a:ext>
            </a:extLst>
          </p:cNvPr>
          <p:cNvSpPr/>
          <p:nvPr/>
        </p:nvSpPr>
        <p:spPr>
          <a:xfrm>
            <a:off x="11260719" y="653826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DAC0CFA7-F861-409E-9ECB-70E4BC8522D2}"/>
              </a:ext>
            </a:extLst>
          </p:cNvPr>
          <p:cNvSpPr/>
          <p:nvPr/>
        </p:nvSpPr>
        <p:spPr>
          <a:xfrm>
            <a:off x="11214100" y="68326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051A655A-2A31-4306-8110-56422ACCAE7B}"/>
              </a:ext>
            </a:extLst>
          </p:cNvPr>
          <p:cNvSpPr/>
          <p:nvPr/>
        </p:nvSpPr>
        <p:spPr>
          <a:xfrm>
            <a:off x="12176125" y="6334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BFC8F680-60BF-44E0-8A4F-A3E074C93E33}"/>
              </a:ext>
            </a:extLst>
          </p:cNvPr>
          <p:cNvSpPr/>
          <p:nvPr/>
        </p:nvSpPr>
        <p:spPr>
          <a:xfrm>
            <a:off x="11816914" y="6482915"/>
            <a:ext cx="31750" cy="31749"/>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AADFDAAE-1BAF-4659-BB49-08D43F53CB62}"/>
              </a:ext>
            </a:extLst>
          </p:cNvPr>
          <p:cNvSpPr/>
          <p:nvPr/>
        </p:nvSpPr>
        <p:spPr>
          <a:xfrm>
            <a:off x="11668125" y="6842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TextBox 1"/>
          <p:cNvSpPr txBox="1"/>
          <p:nvPr/>
        </p:nvSpPr>
        <p:spPr>
          <a:xfrm>
            <a:off x="731520" y="457200"/>
            <a:ext cx="10698480" cy="731520"/>
          </a:xfrm>
          <a:prstGeom prst="rect">
            <a:avLst/>
          </a:prstGeom>
          <a:noFill/>
        </p:spPr>
        <p:txBody>
          <a:bodyPr wrap="square" lIns="45720" rIns="45720">
            <a:spAutoFit/>
          </a:bodyPr>
          <a:lstStyle/>
          <a:p>
            <a:pPr algn="l">
              <a:spcAft>
                <a:spcPts val="200"/>
              </a:spcAft>
            </a:pPr>
            <a:r>
              <a:rPr sz="1200" b="1" i="0">
                <a:solidFill>
                  <a:srgbClr val="E6FFA6"/>
                </a:solidFill>
                <a:latin typeface="Manrope"/>
              </a:rPr>
              <a:t>07. BUSINESS IMPACT &amp; VALUE CREATION</a:t>
            </a:r>
          </a:p>
          <a:p>
            <a:pPr algn="l"/>
            <a:r>
              <a:rPr sz="2200" b="1" i="0">
                <a:solidFill>
                  <a:srgbClr val="FFFFFF"/>
                </a:solidFill>
                <a:latin typeface="Manrope"/>
              </a:rPr>
              <a:t>Fostering Economic Growth, Deals, and Technology Adoption</a:t>
            </a:r>
          </a:p>
        </p:txBody>
      </p:sp>
      <p:sp>
        <p:nvSpPr>
          <p:cNvPr id="3" name="Rectangle 2"/>
          <p:cNvSpPr/>
          <p:nvPr/>
        </p:nvSpPr>
        <p:spPr>
          <a:xfrm>
            <a:off x="731520" y="1463040"/>
            <a:ext cx="256032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463040"/>
            <a:ext cx="73152" cy="4754880"/>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645920"/>
            <a:ext cx="2194560" cy="4389120"/>
          </a:xfrm>
          <a:prstGeom prst="rect">
            <a:avLst/>
          </a:prstGeom>
          <a:noFill/>
        </p:spPr>
        <p:txBody>
          <a:bodyPr wrap="square" lIns="45720" rIns="45720">
            <a:spAutoFit/>
          </a:bodyPr>
          <a:lstStyle/>
          <a:p>
            <a:pPr algn="l"/>
            <a:r>
              <a:rPr sz="1200" b="1" i="0">
                <a:solidFill>
                  <a:srgbClr val="00A5A3"/>
                </a:solidFill>
                <a:latin typeface="Manrope"/>
              </a:rPr>
              <a:t>FACILITATING INVESTMENTS
</a:t>
            </a:r>
          </a:p>
          <a:p>
            <a:pPr algn="l"/>
            <a:r>
              <a:rPr sz="1000" b="1" i="0">
                <a:solidFill>
                  <a:srgbClr val="787878"/>
                </a:solidFill>
                <a:latin typeface="Manrope"/>
              </a:rPr>
              <a:t>Bridging Startups &amp; Capital
</a:t>
            </a:r>
          </a:p>
          <a:p>
            <a:pPr algn="l">
              <a:lnSpc>
                <a:spcPct val="130000"/>
              </a:lnSpc>
            </a:pPr>
            <a:r>
              <a:rPr sz="1050" b="0" i="0">
                <a:solidFill>
                  <a:srgbClr val="3C3C3C"/>
                </a:solidFill>
                <a:latin typeface="Manrope"/>
              </a:rPr>
              <a:t>Connecting tech founders directly with global VC firms, corporate funds, and angel syndicates. Providing curated deal-flow sessions, fast-pitch tracks, and private matchmaking that shorten funding lifecycles and drive global tech adoption.</a:t>
            </a:r>
          </a:p>
        </p:txBody>
      </p:sp>
      <p:sp>
        <p:nvSpPr>
          <p:cNvPr id="6" name="Rectangle 5"/>
          <p:cNvSpPr/>
          <p:nvPr/>
        </p:nvSpPr>
        <p:spPr>
          <a:xfrm>
            <a:off x="3429000" y="1463040"/>
            <a:ext cx="256032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429000" y="1463040"/>
            <a:ext cx="73152" cy="4754880"/>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11880" y="1645920"/>
            <a:ext cx="2194560" cy="4389120"/>
          </a:xfrm>
          <a:prstGeom prst="rect">
            <a:avLst/>
          </a:prstGeom>
          <a:noFill/>
        </p:spPr>
        <p:txBody>
          <a:bodyPr wrap="square" lIns="45720" rIns="45720">
            <a:spAutoFit/>
          </a:bodyPr>
          <a:lstStyle/>
          <a:p>
            <a:pPr algn="l"/>
            <a:r>
              <a:rPr sz="1200" b="1" i="0">
                <a:solidFill>
                  <a:srgbClr val="00A5A3"/>
                </a:solidFill>
                <a:latin typeface="Manrope"/>
              </a:rPr>
              <a:t>DRIVING TECH ADOPTION
</a:t>
            </a:r>
          </a:p>
          <a:p>
            <a:pPr algn="l"/>
            <a:r>
              <a:rPr sz="1000" b="1" i="0">
                <a:solidFill>
                  <a:srgbClr val="787878"/>
                </a:solidFill>
                <a:latin typeface="Manrope"/>
              </a:rPr>
              <a:t>Enterprise Transformation
</a:t>
            </a:r>
          </a:p>
          <a:p>
            <a:pPr algn="l">
              <a:lnSpc>
                <a:spcPct val="130000"/>
              </a:lnSpc>
            </a:pPr>
            <a:r>
              <a:rPr sz="1050" b="0" i="0">
                <a:solidFill>
                  <a:srgbClr val="3C3C3C"/>
                </a:solidFill>
                <a:latin typeface="Manrope"/>
              </a:rPr>
              <a:t>Enabling Fortune 500 enterprises and medium companies to explore, pilot, and deploy emerging technologies. We demystify complex systems (AI, Cloud, Cybersecurity) to speed up implementation.</a:t>
            </a:r>
          </a:p>
        </p:txBody>
      </p:sp>
      <p:sp>
        <p:nvSpPr>
          <p:cNvPr id="9" name="Rectangle 8"/>
          <p:cNvSpPr/>
          <p:nvPr/>
        </p:nvSpPr>
        <p:spPr>
          <a:xfrm>
            <a:off x="6126480" y="1463040"/>
            <a:ext cx="256032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26480" y="1463040"/>
            <a:ext cx="73152" cy="4754880"/>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0" y="1645920"/>
            <a:ext cx="2194560" cy="4389120"/>
          </a:xfrm>
          <a:prstGeom prst="rect">
            <a:avLst/>
          </a:prstGeom>
          <a:noFill/>
        </p:spPr>
        <p:txBody>
          <a:bodyPr wrap="square" lIns="45720" rIns="45720">
            <a:spAutoFit/>
          </a:bodyPr>
          <a:lstStyle/>
          <a:p>
            <a:pPr algn="l"/>
            <a:r>
              <a:rPr sz="1200" b="1" i="0">
                <a:solidFill>
                  <a:srgbClr val="00A5A3"/>
                </a:solidFill>
                <a:latin typeface="Manrope"/>
              </a:rPr>
              <a:t>PUBLIC-PRIVATE PARTNERSHIPS
</a:t>
            </a:r>
          </a:p>
          <a:p>
            <a:pPr algn="l"/>
            <a:r>
              <a:rPr sz="1000" b="1" i="0">
                <a:solidFill>
                  <a:srgbClr val="787878"/>
                </a:solidFill>
                <a:latin typeface="Manrope"/>
              </a:rPr>
              <a:t>Aligning Regulators &amp; Tech
</a:t>
            </a:r>
          </a:p>
          <a:p>
            <a:pPr algn="l">
              <a:lnSpc>
                <a:spcPct val="130000"/>
              </a:lnSpc>
            </a:pPr>
            <a:r>
              <a:rPr sz="1050" b="0" i="0">
                <a:solidFill>
                  <a:srgbClr val="3C3C3C"/>
                </a:solidFill>
                <a:latin typeface="Manrope"/>
              </a:rPr>
              <a:t>Working with over 50+ government entities and regulators to establish sandbox frameworks, upskill talent forces, and create policies that foster inclusive tech leadership and digital transformation.</a:t>
            </a:r>
          </a:p>
        </p:txBody>
      </p:sp>
      <p:sp>
        <p:nvSpPr>
          <p:cNvPr id="12" name="Rectangle 11"/>
          <p:cNvSpPr/>
          <p:nvPr/>
        </p:nvSpPr>
        <p:spPr>
          <a:xfrm>
            <a:off x="8823960" y="1463040"/>
            <a:ext cx="256032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823960" y="1463040"/>
            <a:ext cx="73152" cy="4754880"/>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06840" y="1645920"/>
            <a:ext cx="2194560" cy="4389120"/>
          </a:xfrm>
          <a:prstGeom prst="rect">
            <a:avLst/>
          </a:prstGeom>
          <a:noFill/>
        </p:spPr>
        <p:txBody>
          <a:bodyPr wrap="square" lIns="45720" rIns="45720">
            <a:spAutoFit/>
          </a:bodyPr>
          <a:lstStyle/>
          <a:p>
            <a:pPr algn="l"/>
            <a:r>
              <a:rPr sz="1200" b="1" i="0">
                <a:solidFill>
                  <a:srgbClr val="00A5A3"/>
                </a:solidFill>
                <a:latin typeface="Manrope"/>
              </a:rPr>
              <a:t>STIMULATING LOCAL ECONOMIES
</a:t>
            </a:r>
          </a:p>
          <a:p>
            <a:pPr algn="l"/>
            <a:r>
              <a:rPr sz="1000" b="1" i="0">
                <a:solidFill>
                  <a:srgbClr val="787878"/>
                </a:solidFill>
                <a:latin typeface="Manrope"/>
              </a:rPr>
              <a:t>Inbound Tourism &amp; Business
</a:t>
            </a:r>
          </a:p>
          <a:p>
            <a:pPr algn="l">
              <a:lnSpc>
                <a:spcPct val="130000"/>
              </a:lnSpc>
            </a:pPr>
            <a:r>
              <a:rPr sz="1050" b="0" i="0">
                <a:solidFill>
                  <a:srgbClr val="3C3C3C"/>
                </a:solidFill>
                <a:latin typeface="Manrope"/>
              </a:rPr>
              <a:t>Our large-scale international summits draw thousands of high-spending business tourists. We stimulate local hospitality, generate employment, and open regional corridors to foreign direct investment.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AFA"/>
        </a:solidFill>
        <a:effectLst/>
      </p:bgPr>
    </p:bg>
    <p:spTree>
      <p:nvGrpSpPr>
        <p:cNvPr id="1" name=""/>
        <p:cNvGrpSpPr/>
        <p:nvPr/>
      </p:nvGrpSpPr>
      <p:grpSpPr>
        <a:xfrm>
          <a:off x="0" y="0"/>
          <a:ext cx="0" cy="0"/>
          <a:chOff x="0" y="0"/>
          <a:chExt cx="0" cy="0"/>
        </a:xfrm>
      </p:grpSpPr>
      <p:sp>
        <p:nvSpPr>
          <p:cNvPr id="101" name="Oval 100">
            <a:extLst>
              <a:ext uri="{FF2B5EF4-FFF2-40B4-BE49-F238E27FC236}">
                <a16:creationId xmlns:a16="http://schemas.microsoft.com/office/drawing/2014/main" id="{F4101DFB-896C-401D-B768-DEDC89E10792}"/>
              </a:ext>
            </a:extLst>
          </p:cNvPr>
          <p:cNvSpPr/>
          <p:nvPr/>
        </p:nvSpPr>
        <p:spPr>
          <a:xfrm>
            <a:off x="-53975" y="223202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0" name="Oval 99">
            <a:extLst>
              <a:ext uri="{FF2B5EF4-FFF2-40B4-BE49-F238E27FC236}">
                <a16:creationId xmlns:a16="http://schemas.microsoft.com/office/drawing/2014/main" id="{3BF88034-2ECE-44DC-945B-7203097B3701}"/>
              </a:ext>
            </a:extLst>
          </p:cNvPr>
          <p:cNvSpPr/>
          <p:nvPr/>
        </p:nvSpPr>
        <p:spPr>
          <a:xfrm>
            <a:off x="201976" y="221765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D0CFE2CC-DADE-4BB4-B8E8-08ACF0040A93}"/>
              </a:ext>
            </a:extLst>
          </p:cNvPr>
          <p:cNvSpPr/>
          <p:nvPr/>
        </p:nvSpPr>
        <p:spPr>
          <a:xfrm>
            <a:off x="454708" y="217471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8" name="Oval 97">
            <a:extLst>
              <a:ext uri="{FF2B5EF4-FFF2-40B4-BE49-F238E27FC236}">
                <a16:creationId xmlns:a16="http://schemas.microsoft.com/office/drawing/2014/main" id="{7EC09A75-4DA7-4BA4-B81E-219155C60828}"/>
              </a:ext>
            </a:extLst>
          </p:cNvPr>
          <p:cNvSpPr/>
          <p:nvPr/>
        </p:nvSpPr>
        <p:spPr>
          <a:xfrm>
            <a:off x="701043" y="210374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7" name="Oval 96">
            <a:extLst>
              <a:ext uri="{FF2B5EF4-FFF2-40B4-BE49-F238E27FC236}">
                <a16:creationId xmlns:a16="http://schemas.microsoft.com/office/drawing/2014/main" id="{A57CE053-1EC2-40C0-9487-E2CE75847D28}"/>
              </a:ext>
            </a:extLst>
          </p:cNvPr>
          <p:cNvSpPr/>
          <p:nvPr/>
        </p:nvSpPr>
        <p:spPr>
          <a:xfrm>
            <a:off x="937883" y="200564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6" name="Oval 95">
            <a:extLst>
              <a:ext uri="{FF2B5EF4-FFF2-40B4-BE49-F238E27FC236}">
                <a16:creationId xmlns:a16="http://schemas.microsoft.com/office/drawing/2014/main" id="{1DB21E79-C7F7-4751-9BEA-1ABCF5AE37A3}"/>
              </a:ext>
            </a:extLst>
          </p:cNvPr>
          <p:cNvSpPr/>
          <p:nvPr/>
        </p:nvSpPr>
        <p:spPr>
          <a:xfrm>
            <a:off x="1162250" y="1881637"/>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5" name="Oval 94">
            <a:extLst>
              <a:ext uri="{FF2B5EF4-FFF2-40B4-BE49-F238E27FC236}">
                <a16:creationId xmlns:a16="http://schemas.microsoft.com/office/drawing/2014/main" id="{74CFCFF4-1A27-4454-B22D-7EB2F0B4034D}"/>
              </a:ext>
            </a:extLst>
          </p:cNvPr>
          <p:cNvSpPr/>
          <p:nvPr/>
        </p:nvSpPr>
        <p:spPr>
          <a:xfrm>
            <a:off x="1371323" y="173329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4" name="Oval 93">
            <a:extLst>
              <a:ext uri="{FF2B5EF4-FFF2-40B4-BE49-F238E27FC236}">
                <a16:creationId xmlns:a16="http://schemas.microsoft.com/office/drawing/2014/main" id="{99901E10-3FB4-447E-A7C2-0A6F9A2323BB}"/>
              </a:ext>
            </a:extLst>
          </p:cNvPr>
          <p:cNvSpPr/>
          <p:nvPr/>
        </p:nvSpPr>
        <p:spPr>
          <a:xfrm>
            <a:off x="1562471" y="156247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3" name="Oval 92">
            <a:extLst>
              <a:ext uri="{FF2B5EF4-FFF2-40B4-BE49-F238E27FC236}">
                <a16:creationId xmlns:a16="http://schemas.microsoft.com/office/drawing/2014/main" id="{1AF57BA0-CD29-4051-B91F-B4A9008FA194}"/>
              </a:ext>
            </a:extLst>
          </p:cNvPr>
          <p:cNvSpPr/>
          <p:nvPr/>
        </p:nvSpPr>
        <p:spPr>
          <a:xfrm>
            <a:off x="1733292" y="137132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2" name="Oval 91">
            <a:extLst>
              <a:ext uri="{FF2B5EF4-FFF2-40B4-BE49-F238E27FC236}">
                <a16:creationId xmlns:a16="http://schemas.microsoft.com/office/drawing/2014/main" id="{916F04B0-19C7-451F-8A1C-8FC3A2666F94}"/>
              </a:ext>
            </a:extLst>
          </p:cNvPr>
          <p:cNvSpPr/>
          <p:nvPr/>
        </p:nvSpPr>
        <p:spPr>
          <a:xfrm>
            <a:off x="1881637" y="116225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1" name="Oval 90">
            <a:extLst>
              <a:ext uri="{FF2B5EF4-FFF2-40B4-BE49-F238E27FC236}">
                <a16:creationId xmlns:a16="http://schemas.microsoft.com/office/drawing/2014/main" id="{EFE5E2E4-56C0-4C99-B59D-1EAB4B1FE98C}"/>
              </a:ext>
            </a:extLst>
          </p:cNvPr>
          <p:cNvSpPr/>
          <p:nvPr/>
        </p:nvSpPr>
        <p:spPr>
          <a:xfrm>
            <a:off x="2005640" y="93788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0" name="Oval 89">
            <a:extLst>
              <a:ext uri="{FF2B5EF4-FFF2-40B4-BE49-F238E27FC236}">
                <a16:creationId xmlns:a16="http://schemas.microsoft.com/office/drawing/2014/main" id="{1F88392D-B8D2-4FD6-AD6D-C5B86821A4A0}"/>
              </a:ext>
            </a:extLst>
          </p:cNvPr>
          <p:cNvSpPr/>
          <p:nvPr/>
        </p:nvSpPr>
        <p:spPr>
          <a:xfrm>
            <a:off x="2103742" y="70104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9" name="Oval 88">
            <a:extLst>
              <a:ext uri="{FF2B5EF4-FFF2-40B4-BE49-F238E27FC236}">
                <a16:creationId xmlns:a16="http://schemas.microsoft.com/office/drawing/2014/main" id="{BF9FFA64-F4BF-4AC5-B011-D0115A0A44B0}"/>
              </a:ext>
            </a:extLst>
          </p:cNvPr>
          <p:cNvSpPr/>
          <p:nvPr/>
        </p:nvSpPr>
        <p:spPr>
          <a:xfrm>
            <a:off x="2174710" y="454708"/>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8" name="Oval 87">
            <a:extLst>
              <a:ext uri="{FF2B5EF4-FFF2-40B4-BE49-F238E27FC236}">
                <a16:creationId xmlns:a16="http://schemas.microsoft.com/office/drawing/2014/main" id="{4D6958A7-0397-4DE2-AFA6-07DF553B8CCA}"/>
              </a:ext>
            </a:extLst>
          </p:cNvPr>
          <p:cNvSpPr/>
          <p:nvPr/>
        </p:nvSpPr>
        <p:spPr>
          <a:xfrm>
            <a:off x="2217651" y="201976"/>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7" name="Oval 86">
            <a:extLst>
              <a:ext uri="{FF2B5EF4-FFF2-40B4-BE49-F238E27FC236}">
                <a16:creationId xmlns:a16="http://schemas.microsoft.com/office/drawing/2014/main" id="{6812C60B-59FC-4231-8494-5D3C9E64A669}"/>
              </a:ext>
            </a:extLst>
          </p:cNvPr>
          <p:cNvSpPr/>
          <p:nvPr/>
        </p:nvSpPr>
        <p:spPr>
          <a:xfrm>
            <a:off x="2232025" y="-5397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6" name="Oval 85">
            <a:extLst>
              <a:ext uri="{FF2B5EF4-FFF2-40B4-BE49-F238E27FC236}">
                <a16:creationId xmlns:a16="http://schemas.microsoft.com/office/drawing/2014/main" id="{BE83A5FB-156E-4A8E-8668-1C8B9A0C0D13}"/>
              </a:ext>
            </a:extLst>
          </p:cNvPr>
          <p:cNvSpPr/>
          <p:nvPr/>
        </p:nvSpPr>
        <p:spPr>
          <a:xfrm>
            <a:off x="-44450" y="17970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5" name="Oval 84">
            <a:extLst>
              <a:ext uri="{FF2B5EF4-FFF2-40B4-BE49-F238E27FC236}">
                <a16:creationId xmlns:a16="http://schemas.microsoft.com/office/drawing/2014/main" id="{C743EC4D-47AD-42D6-91B1-380050502F43}"/>
              </a:ext>
            </a:extLst>
          </p:cNvPr>
          <p:cNvSpPr/>
          <p:nvPr/>
        </p:nvSpPr>
        <p:spPr>
          <a:xfrm>
            <a:off x="217623" y="177830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4" name="Oval 83">
            <a:extLst>
              <a:ext uri="{FF2B5EF4-FFF2-40B4-BE49-F238E27FC236}">
                <a16:creationId xmlns:a16="http://schemas.microsoft.com/office/drawing/2014/main" id="{FB52E11B-7C95-4163-BB61-3AC99B1C3563}"/>
              </a:ext>
            </a:extLst>
          </p:cNvPr>
          <p:cNvSpPr/>
          <p:nvPr/>
        </p:nvSpPr>
        <p:spPr>
          <a:xfrm>
            <a:off x="474360" y="172245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D653A10F-BA50-455B-B946-8EF2CB3D9061}"/>
              </a:ext>
            </a:extLst>
          </p:cNvPr>
          <p:cNvSpPr/>
          <p:nvPr/>
        </p:nvSpPr>
        <p:spPr>
          <a:xfrm>
            <a:off x="720537" y="16306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2" name="Oval 81">
            <a:extLst>
              <a:ext uri="{FF2B5EF4-FFF2-40B4-BE49-F238E27FC236}">
                <a16:creationId xmlns:a16="http://schemas.microsoft.com/office/drawing/2014/main" id="{2A2FF763-0EE3-4C90-80FD-459E6D8FEC30}"/>
              </a:ext>
            </a:extLst>
          </p:cNvPr>
          <p:cNvSpPr/>
          <p:nvPr/>
        </p:nvSpPr>
        <p:spPr>
          <a:xfrm>
            <a:off x="951140" y="1504718"/>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FD1BAE5A-B939-4E48-BC0F-F824E8172DD5}"/>
              </a:ext>
            </a:extLst>
          </p:cNvPr>
          <p:cNvSpPr/>
          <p:nvPr/>
        </p:nvSpPr>
        <p:spPr>
          <a:xfrm>
            <a:off x="1161476" y="134726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3DC01252-1F6C-438B-9C36-E0319EC099A5}"/>
              </a:ext>
            </a:extLst>
          </p:cNvPr>
          <p:cNvSpPr/>
          <p:nvPr/>
        </p:nvSpPr>
        <p:spPr>
          <a:xfrm>
            <a:off x="1347263" y="116147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9" name="Oval 78">
            <a:extLst>
              <a:ext uri="{FF2B5EF4-FFF2-40B4-BE49-F238E27FC236}">
                <a16:creationId xmlns:a16="http://schemas.microsoft.com/office/drawing/2014/main" id="{92FEE13E-8E16-4F56-B2C1-FE02143EF503}"/>
              </a:ext>
            </a:extLst>
          </p:cNvPr>
          <p:cNvSpPr/>
          <p:nvPr/>
        </p:nvSpPr>
        <p:spPr>
          <a:xfrm>
            <a:off x="1504718" y="95114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C517D556-EBE5-45E9-9A83-B9435B94C932}"/>
              </a:ext>
            </a:extLst>
          </p:cNvPr>
          <p:cNvSpPr/>
          <p:nvPr/>
        </p:nvSpPr>
        <p:spPr>
          <a:xfrm>
            <a:off x="1630637" y="7205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0A9873C2-FD6E-4512-9AEC-9874387E344C}"/>
              </a:ext>
            </a:extLst>
          </p:cNvPr>
          <p:cNvSpPr/>
          <p:nvPr/>
        </p:nvSpPr>
        <p:spPr>
          <a:xfrm>
            <a:off x="1722456" y="47436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027F88E6-02E5-4C84-ABF6-52B41A3FEA2A}"/>
              </a:ext>
            </a:extLst>
          </p:cNvPr>
          <p:cNvSpPr/>
          <p:nvPr/>
        </p:nvSpPr>
        <p:spPr>
          <a:xfrm>
            <a:off x="1778306" y="21762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5" name="Oval 74">
            <a:extLst>
              <a:ext uri="{FF2B5EF4-FFF2-40B4-BE49-F238E27FC236}">
                <a16:creationId xmlns:a16="http://schemas.microsoft.com/office/drawing/2014/main" id="{955FCEF8-97B8-482F-A555-F958D6F90B7F}"/>
              </a:ext>
            </a:extLst>
          </p:cNvPr>
          <p:cNvSpPr/>
          <p:nvPr/>
        </p:nvSpPr>
        <p:spPr>
          <a:xfrm>
            <a:off x="1797050" y="-444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4" name="Oval 73">
            <a:extLst>
              <a:ext uri="{FF2B5EF4-FFF2-40B4-BE49-F238E27FC236}">
                <a16:creationId xmlns:a16="http://schemas.microsoft.com/office/drawing/2014/main" id="{5E8F2330-830A-4FBD-897F-415B19925EA5}"/>
              </a:ext>
            </a:extLst>
          </p:cNvPr>
          <p:cNvSpPr/>
          <p:nvPr/>
        </p:nvSpPr>
        <p:spPr>
          <a:xfrm>
            <a:off x="-34925" y="136207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3" name="Oval 72">
            <a:extLst>
              <a:ext uri="{FF2B5EF4-FFF2-40B4-BE49-F238E27FC236}">
                <a16:creationId xmlns:a16="http://schemas.microsoft.com/office/drawing/2014/main" id="{2E3F584A-5116-46AB-A84C-007EB542D79A}"/>
              </a:ext>
            </a:extLst>
          </p:cNvPr>
          <p:cNvSpPr/>
          <p:nvPr/>
        </p:nvSpPr>
        <p:spPr>
          <a:xfrm>
            <a:off x="237616" y="1335232"/>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2" name="Oval 71">
            <a:extLst>
              <a:ext uri="{FF2B5EF4-FFF2-40B4-BE49-F238E27FC236}">
                <a16:creationId xmlns:a16="http://schemas.microsoft.com/office/drawing/2014/main" id="{6114DCBF-DF9E-4826-BB31-4E36CD4C5C41}"/>
              </a:ext>
            </a:extLst>
          </p:cNvPr>
          <p:cNvSpPr/>
          <p:nvPr/>
        </p:nvSpPr>
        <p:spPr>
          <a:xfrm>
            <a:off x="499684" y="125573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1" name="Oval 70">
            <a:extLst>
              <a:ext uri="{FF2B5EF4-FFF2-40B4-BE49-F238E27FC236}">
                <a16:creationId xmlns:a16="http://schemas.microsoft.com/office/drawing/2014/main" id="{F1D7B293-DD3D-4D75-A753-08BCD5669542}"/>
              </a:ext>
            </a:extLst>
          </p:cNvPr>
          <p:cNvSpPr/>
          <p:nvPr/>
        </p:nvSpPr>
        <p:spPr>
          <a:xfrm>
            <a:off x="741207" y="1126638"/>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1DCABFA3-C322-402D-AEA5-38301E952D70}"/>
              </a:ext>
            </a:extLst>
          </p:cNvPr>
          <p:cNvSpPr/>
          <p:nvPr/>
        </p:nvSpPr>
        <p:spPr>
          <a:xfrm>
            <a:off x="952903" y="952903"/>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9" name="Oval 68">
            <a:extLst>
              <a:ext uri="{FF2B5EF4-FFF2-40B4-BE49-F238E27FC236}">
                <a16:creationId xmlns:a16="http://schemas.microsoft.com/office/drawing/2014/main" id="{7EF9216F-ED3D-43D9-AD3C-ACBED101EEF5}"/>
              </a:ext>
            </a:extLst>
          </p:cNvPr>
          <p:cNvSpPr/>
          <p:nvPr/>
        </p:nvSpPr>
        <p:spPr>
          <a:xfrm>
            <a:off x="1126638" y="741207"/>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8" name="Oval 67">
            <a:extLst>
              <a:ext uri="{FF2B5EF4-FFF2-40B4-BE49-F238E27FC236}">
                <a16:creationId xmlns:a16="http://schemas.microsoft.com/office/drawing/2014/main" id="{9189DC56-749B-4A50-BC0E-956EC6522515}"/>
              </a:ext>
            </a:extLst>
          </p:cNvPr>
          <p:cNvSpPr/>
          <p:nvPr/>
        </p:nvSpPr>
        <p:spPr>
          <a:xfrm>
            <a:off x="1255735" y="499684"/>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D088DE0B-27D6-43D0-BD89-0E7DA06A54E9}"/>
              </a:ext>
            </a:extLst>
          </p:cNvPr>
          <p:cNvSpPr/>
          <p:nvPr/>
        </p:nvSpPr>
        <p:spPr>
          <a:xfrm>
            <a:off x="1335232" y="237616"/>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6B555A45-520C-4697-8116-2945FB0609DA}"/>
              </a:ext>
            </a:extLst>
          </p:cNvPr>
          <p:cNvSpPr/>
          <p:nvPr/>
        </p:nvSpPr>
        <p:spPr>
          <a:xfrm>
            <a:off x="1362075" y="-3492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193CA4C3-301C-488C-BFE1-448178CBE475}"/>
              </a:ext>
            </a:extLst>
          </p:cNvPr>
          <p:cNvSpPr/>
          <p:nvPr/>
        </p:nvSpPr>
        <p:spPr>
          <a:xfrm>
            <a:off x="-25400" y="9271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E2E1E0AC-F412-4358-A4F2-6F706B63FD9A}"/>
              </a:ext>
            </a:extLst>
          </p:cNvPr>
          <p:cNvSpPr/>
          <p:nvPr/>
        </p:nvSpPr>
        <p:spPr>
          <a:xfrm>
            <a:off x="268939" y="880481"/>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628DEA49-4361-4FA8-93E6-2AC358A8A05F}"/>
              </a:ext>
            </a:extLst>
          </p:cNvPr>
          <p:cNvSpPr/>
          <p:nvPr/>
        </p:nvSpPr>
        <p:spPr>
          <a:xfrm>
            <a:off x="534465" y="74518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1E9A80CC-93E4-4AFD-80C0-6A5DBFF2991A}"/>
              </a:ext>
            </a:extLst>
          </p:cNvPr>
          <p:cNvSpPr/>
          <p:nvPr/>
        </p:nvSpPr>
        <p:spPr>
          <a:xfrm>
            <a:off x="745189" y="534465"/>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B13DCE29-4C51-498D-91E5-665DF397C7EB}"/>
              </a:ext>
            </a:extLst>
          </p:cNvPr>
          <p:cNvSpPr/>
          <p:nvPr/>
        </p:nvSpPr>
        <p:spPr>
          <a:xfrm>
            <a:off x="880481" y="26893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0" name="Oval 59">
            <a:extLst>
              <a:ext uri="{FF2B5EF4-FFF2-40B4-BE49-F238E27FC236}">
                <a16:creationId xmlns:a16="http://schemas.microsoft.com/office/drawing/2014/main" id="{1AC9E341-02D4-41AE-8522-90F6601F4C47}"/>
              </a:ext>
            </a:extLst>
          </p:cNvPr>
          <p:cNvSpPr/>
          <p:nvPr/>
        </p:nvSpPr>
        <p:spPr>
          <a:xfrm>
            <a:off x="927100" y="-254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9F029F9F-2191-4B12-8696-3F8ED15D5001}"/>
              </a:ext>
            </a:extLst>
          </p:cNvPr>
          <p:cNvSpPr/>
          <p:nvPr/>
        </p:nvSpPr>
        <p:spPr>
          <a:xfrm>
            <a:off x="-15875" y="49212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8" name="Oval 57">
            <a:extLst>
              <a:ext uri="{FF2B5EF4-FFF2-40B4-BE49-F238E27FC236}">
                <a16:creationId xmlns:a16="http://schemas.microsoft.com/office/drawing/2014/main" id="{4E91FBB6-651B-4E6B-BF08-8305EA48D103}"/>
              </a:ext>
            </a:extLst>
          </p:cNvPr>
          <p:cNvSpPr/>
          <p:nvPr/>
        </p:nvSpPr>
        <p:spPr>
          <a:xfrm>
            <a:off x="343335" y="34333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7" name="Oval 56">
            <a:extLst>
              <a:ext uri="{FF2B5EF4-FFF2-40B4-BE49-F238E27FC236}">
                <a16:creationId xmlns:a16="http://schemas.microsoft.com/office/drawing/2014/main" id="{DA36264E-92F6-4D09-AB5A-B73F02C37D1D}"/>
              </a:ext>
            </a:extLst>
          </p:cNvPr>
          <p:cNvSpPr/>
          <p:nvPr/>
        </p:nvSpPr>
        <p:spPr>
          <a:xfrm>
            <a:off x="492125" y="-1587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A3E6F3B2-1ABB-4856-AA61-CB8F7C9E5DE7}"/>
              </a:ext>
            </a:extLst>
          </p:cNvPr>
          <p:cNvSpPr/>
          <p:nvPr/>
        </p:nvSpPr>
        <p:spPr>
          <a:xfrm>
            <a:off x="12138025" y="4518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5" name="Oval 54">
            <a:extLst>
              <a:ext uri="{FF2B5EF4-FFF2-40B4-BE49-F238E27FC236}">
                <a16:creationId xmlns:a16="http://schemas.microsoft.com/office/drawing/2014/main" id="{FC8B3516-FB4E-4CD0-B709-1123095254FD}"/>
              </a:ext>
            </a:extLst>
          </p:cNvPr>
          <p:cNvSpPr/>
          <p:nvPr/>
        </p:nvSpPr>
        <p:spPr>
          <a:xfrm>
            <a:off x="11882074" y="453239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4" name="Oval 53">
            <a:extLst>
              <a:ext uri="{FF2B5EF4-FFF2-40B4-BE49-F238E27FC236}">
                <a16:creationId xmlns:a16="http://schemas.microsoft.com/office/drawing/2014/main" id="{5FFA182B-1839-4EC1-8186-261DABF1D8C2}"/>
              </a:ext>
            </a:extLst>
          </p:cNvPr>
          <p:cNvSpPr/>
          <p:nvPr/>
        </p:nvSpPr>
        <p:spPr>
          <a:xfrm>
            <a:off x="11629342" y="457534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E2C7C5F8-D5FA-481D-8FA1-C7D1B660A348}"/>
              </a:ext>
            </a:extLst>
          </p:cNvPr>
          <p:cNvSpPr/>
          <p:nvPr/>
        </p:nvSpPr>
        <p:spPr>
          <a:xfrm>
            <a:off x="11383007" y="464630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2AB83580-C576-4F53-88DB-7261E11E3136}"/>
              </a:ext>
            </a:extLst>
          </p:cNvPr>
          <p:cNvSpPr/>
          <p:nvPr/>
        </p:nvSpPr>
        <p:spPr>
          <a:xfrm>
            <a:off x="11146167" y="474441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34C7C01E-2357-4BF3-83BE-D7B2BA176991}"/>
              </a:ext>
            </a:extLst>
          </p:cNvPr>
          <p:cNvSpPr/>
          <p:nvPr/>
        </p:nvSpPr>
        <p:spPr>
          <a:xfrm>
            <a:off x="10921800" y="4868413"/>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1528C4DF-755B-4FB8-BAEA-F1EDE7EDDF08}"/>
              </a:ext>
            </a:extLst>
          </p:cNvPr>
          <p:cNvSpPr/>
          <p:nvPr/>
        </p:nvSpPr>
        <p:spPr>
          <a:xfrm>
            <a:off x="10712728" y="501675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E324F7BF-36D6-47B2-A3D2-A5E51461E485}"/>
              </a:ext>
            </a:extLst>
          </p:cNvPr>
          <p:cNvSpPr/>
          <p:nvPr/>
        </p:nvSpPr>
        <p:spPr>
          <a:xfrm>
            <a:off x="10521579" y="518757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97E549FB-2D5B-493A-9527-31FDB51DDE96}"/>
              </a:ext>
            </a:extLst>
          </p:cNvPr>
          <p:cNvSpPr/>
          <p:nvPr/>
        </p:nvSpPr>
        <p:spPr>
          <a:xfrm>
            <a:off x="10350758" y="537872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61320C13-3ABF-436D-8758-A0155FC03AC6}"/>
              </a:ext>
            </a:extLst>
          </p:cNvPr>
          <p:cNvSpPr/>
          <p:nvPr/>
        </p:nvSpPr>
        <p:spPr>
          <a:xfrm>
            <a:off x="10202414" y="558780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14314C63-B1E4-481C-931E-DBDC7C1BBAA5}"/>
              </a:ext>
            </a:extLst>
          </p:cNvPr>
          <p:cNvSpPr/>
          <p:nvPr/>
        </p:nvSpPr>
        <p:spPr>
          <a:xfrm>
            <a:off x="10078410" y="581216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E531EA54-BCE0-49FF-8C25-58EBA7951C07}"/>
              </a:ext>
            </a:extLst>
          </p:cNvPr>
          <p:cNvSpPr/>
          <p:nvPr/>
        </p:nvSpPr>
        <p:spPr>
          <a:xfrm>
            <a:off x="9980308" y="604900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13847432-569D-4D7C-86D1-3DDC6ACAD499}"/>
              </a:ext>
            </a:extLst>
          </p:cNvPr>
          <p:cNvSpPr/>
          <p:nvPr/>
        </p:nvSpPr>
        <p:spPr>
          <a:xfrm>
            <a:off x="9909340" y="6295342"/>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E3D3F00E-1900-42BE-ADB5-4BA21A0E0D0E}"/>
              </a:ext>
            </a:extLst>
          </p:cNvPr>
          <p:cNvSpPr/>
          <p:nvPr/>
        </p:nvSpPr>
        <p:spPr>
          <a:xfrm>
            <a:off x="9866399" y="6548074"/>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3B8841C7-DB30-46AF-A74E-4725DBDDF8F4}"/>
              </a:ext>
            </a:extLst>
          </p:cNvPr>
          <p:cNvSpPr/>
          <p:nvPr/>
        </p:nvSpPr>
        <p:spPr>
          <a:xfrm>
            <a:off x="9852025" y="6804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41AF63C4-4101-47E1-B3E4-62907EDC7910}"/>
              </a:ext>
            </a:extLst>
          </p:cNvPr>
          <p:cNvSpPr/>
          <p:nvPr/>
        </p:nvSpPr>
        <p:spPr>
          <a:xfrm>
            <a:off x="12147550" y="49720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1873F19F-6996-4693-8227-81A5FC24A0AA}"/>
              </a:ext>
            </a:extLst>
          </p:cNvPr>
          <p:cNvSpPr/>
          <p:nvPr/>
        </p:nvSpPr>
        <p:spPr>
          <a:xfrm>
            <a:off x="11885477" y="499079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97BFDAEC-3078-477D-AC88-3F916D6324C6}"/>
              </a:ext>
            </a:extLst>
          </p:cNvPr>
          <p:cNvSpPr/>
          <p:nvPr/>
        </p:nvSpPr>
        <p:spPr>
          <a:xfrm>
            <a:off x="11628740" y="504664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1EE0F931-B5EC-44C9-8FE7-4BE495C52655}"/>
              </a:ext>
            </a:extLst>
          </p:cNvPr>
          <p:cNvSpPr/>
          <p:nvPr/>
        </p:nvSpPr>
        <p:spPr>
          <a:xfrm>
            <a:off x="11382563" y="51384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2CE56E6C-B2FF-46D6-8681-BB015C03B5B2}"/>
              </a:ext>
            </a:extLst>
          </p:cNvPr>
          <p:cNvSpPr/>
          <p:nvPr/>
        </p:nvSpPr>
        <p:spPr>
          <a:xfrm>
            <a:off x="11151960" y="5264382"/>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F1C3A6B1-9798-4B66-AC14-E56859101674}"/>
              </a:ext>
            </a:extLst>
          </p:cNvPr>
          <p:cNvSpPr/>
          <p:nvPr/>
        </p:nvSpPr>
        <p:spPr>
          <a:xfrm>
            <a:off x="10941624" y="542183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30137C7B-9622-4407-8329-FF54BA36E9EE}"/>
              </a:ext>
            </a:extLst>
          </p:cNvPr>
          <p:cNvSpPr/>
          <p:nvPr/>
        </p:nvSpPr>
        <p:spPr>
          <a:xfrm>
            <a:off x="10755837" y="560762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19B10750-CBC8-4A9B-8FBD-500E2542E74A}"/>
              </a:ext>
            </a:extLst>
          </p:cNvPr>
          <p:cNvSpPr/>
          <p:nvPr/>
        </p:nvSpPr>
        <p:spPr>
          <a:xfrm>
            <a:off x="10598382" y="581796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0F6246C1-6407-4E61-8546-0B9B2F7740E5}"/>
              </a:ext>
            </a:extLst>
          </p:cNvPr>
          <p:cNvSpPr/>
          <p:nvPr/>
        </p:nvSpPr>
        <p:spPr>
          <a:xfrm>
            <a:off x="10472462" y="60485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B5E5EF2F-C2A3-4B95-81EB-605D140ED5ED}"/>
              </a:ext>
            </a:extLst>
          </p:cNvPr>
          <p:cNvSpPr/>
          <p:nvPr/>
        </p:nvSpPr>
        <p:spPr>
          <a:xfrm>
            <a:off x="10380644" y="6294739"/>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81A91A14-0CD0-4491-87D4-143FC0BA776E}"/>
              </a:ext>
            </a:extLst>
          </p:cNvPr>
          <p:cNvSpPr/>
          <p:nvPr/>
        </p:nvSpPr>
        <p:spPr>
          <a:xfrm>
            <a:off x="10324794" y="655147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CC41A0A8-42B3-4A29-9A7A-DCC7F23FDD56}"/>
              </a:ext>
            </a:extLst>
          </p:cNvPr>
          <p:cNvSpPr/>
          <p:nvPr/>
        </p:nvSpPr>
        <p:spPr>
          <a:xfrm>
            <a:off x="10306050" y="68135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3C286DB9-D2F7-493E-980E-751E25F18D0E}"/>
              </a:ext>
            </a:extLst>
          </p:cNvPr>
          <p:cNvSpPr/>
          <p:nvPr/>
        </p:nvSpPr>
        <p:spPr>
          <a:xfrm>
            <a:off x="12157075" y="5426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6C040304-1F46-439A-B554-8E079BD86B48}"/>
              </a:ext>
            </a:extLst>
          </p:cNvPr>
          <p:cNvSpPr/>
          <p:nvPr/>
        </p:nvSpPr>
        <p:spPr>
          <a:xfrm>
            <a:off x="11884533" y="5452918"/>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2B10EC8C-704D-4345-8450-458E3719AD90}"/>
              </a:ext>
            </a:extLst>
          </p:cNvPr>
          <p:cNvSpPr/>
          <p:nvPr/>
        </p:nvSpPr>
        <p:spPr>
          <a:xfrm>
            <a:off x="11622467" y="553241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F6B4C627-C4E9-44FC-B685-452BC9CCB08F}"/>
              </a:ext>
            </a:extLst>
          </p:cNvPr>
          <p:cNvSpPr/>
          <p:nvPr/>
        </p:nvSpPr>
        <p:spPr>
          <a:xfrm>
            <a:off x="11380943" y="5661512"/>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CC6F14F5-D7B3-47A8-AE39-104ED625CD2B}"/>
              </a:ext>
            </a:extLst>
          </p:cNvPr>
          <p:cNvSpPr/>
          <p:nvPr/>
        </p:nvSpPr>
        <p:spPr>
          <a:xfrm>
            <a:off x="11169247" y="5835247"/>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94B77509-FEE6-4DB4-8DD7-35A47D555154}"/>
              </a:ext>
            </a:extLst>
          </p:cNvPr>
          <p:cNvSpPr/>
          <p:nvPr/>
        </p:nvSpPr>
        <p:spPr>
          <a:xfrm>
            <a:off x="10995512" y="604694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CDBEFCAC-6CE8-49FD-B6CC-AA7ABA03AAE1}"/>
              </a:ext>
            </a:extLst>
          </p:cNvPr>
          <p:cNvSpPr/>
          <p:nvPr/>
        </p:nvSpPr>
        <p:spPr>
          <a:xfrm>
            <a:off x="10866415" y="6288466"/>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A7435226-545F-44BF-9CE0-D764771CEB5B}"/>
              </a:ext>
            </a:extLst>
          </p:cNvPr>
          <p:cNvSpPr/>
          <p:nvPr/>
        </p:nvSpPr>
        <p:spPr>
          <a:xfrm>
            <a:off x="10786918" y="655053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3AA51A9F-5D2C-463D-9A2A-30F1B861926A}"/>
              </a:ext>
            </a:extLst>
          </p:cNvPr>
          <p:cNvSpPr/>
          <p:nvPr/>
        </p:nvSpPr>
        <p:spPr>
          <a:xfrm>
            <a:off x="10760075" y="6823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A5DC916C-57AF-48A1-B917-15B792B1C138}"/>
              </a:ext>
            </a:extLst>
          </p:cNvPr>
          <p:cNvSpPr/>
          <p:nvPr/>
        </p:nvSpPr>
        <p:spPr>
          <a:xfrm>
            <a:off x="12166600" y="58801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00429055-79EF-491A-9E70-F9315B1E93FD}"/>
              </a:ext>
            </a:extLst>
          </p:cNvPr>
          <p:cNvSpPr/>
          <p:nvPr/>
        </p:nvSpPr>
        <p:spPr>
          <a:xfrm>
            <a:off x="11872261" y="5926719"/>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BD9A1035-186C-4A33-826D-2B6E3EC41BD0}"/>
              </a:ext>
            </a:extLst>
          </p:cNvPr>
          <p:cNvSpPr/>
          <p:nvPr/>
        </p:nvSpPr>
        <p:spPr>
          <a:xfrm>
            <a:off x="11606734" y="606201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5035300A-A0F2-4346-95AC-DA063D3799F3}"/>
              </a:ext>
            </a:extLst>
          </p:cNvPr>
          <p:cNvSpPr/>
          <p:nvPr/>
        </p:nvSpPr>
        <p:spPr>
          <a:xfrm>
            <a:off x="11396011" y="6272735"/>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6F9FED26-6554-440F-A5E3-B7FB5CC7BD77}"/>
              </a:ext>
            </a:extLst>
          </p:cNvPr>
          <p:cNvSpPr/>
          <p:nvPr/>
        </p:nvSpPr>
        <p:spPr>
          <a:xfrm>
            <a:off x="11260719" y="653826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DCFA5F15-8273-4B7B-9C36-DC7048DD5264}"/>
              </a:ext>
            </a:extLst>
          </p:cNvPr>
          <p:cNvSpPr/>
          <p:nvPr/>
        </p:nvSpPr>
        <p:spPr>
          <a:xfrm>
            <a:off x="11214100" y="68326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DE206DBA-27F4-47BC-8F50-8DD63535ACE0}"/>
              </a:ext>
            </a:extLst>
          </p:cNvPr>
          <p:cNvSpPr/>
          <p:nvPr/>
        </p:nvSpPr>
        <p:spPr>
          <a:xfrm>
            <a:off x="12176125" y="6334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153198A1-37B4-40BD-88C2-E51AF859B289}"/>
              </a:ext>
            </a:extLst>
          </p:cNvPr>
          <p:cNvSpPr/>
          <p:nvPr/>
        </p:nvSpPr>
        <p:spPr>
          <a:xfrm>
            <a:off x="11816914" y="6482915"/>
            <a:ext cx="31750" cy="31749"/>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55E7D65F-97D2-41E8-8B8D-D4C36D2BA3BB}"/>
              </a:ext>
            </a:extLst>
          </p:cNvPr>
          <p:cNvSpPr/>
          <p:nvPr/>
        </p:nvSpPr>
        <p:spPr>
          <a:xfrm>
            <a:off x="11668125" y="6842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TextBox 1"/>
          <p:cNvSpPr txBox="1"/>
          <p:nvPr/>
        </p:nvSpPr>
        <p:spPr>
          <a:xfrm>
            <a:off x="731520" y="457200"/>
            <a:ext cx="10698480" cy="731520"/>
          </a:xfrm>
          <a:prstGeom prst="rect">
            <a:avLst/>
          </a:prstGeom>
          <a:noFill/>
        </p:spPr>
        <p:txBody>
          <a:bodyPr wrap="square" lIns="45720" rIns="45720">
            <a:spAutoFit/>
          </a:bodyPr>
          <a:lstStyle/>
          <a:p>
            <a:pPr algn="l">
              <a:spcAft>
                <a:spcPts val="200"/>
              </a:spcAft>
            </a:pPr>
            <a:r>
              <a:rPr sz="1200" b="1" i="0">
                <a:solidFill>
                  <a:srgbClr val="00A5A3"/>
                </a:solidFill>
                <a:latin typeface="Manrope"/>
              </a:rPr>
              <a:t>08. GOVERNMENT &amp; ENTERPRISE TRUST</a:t>
            </a:r>
          </a:p>
          <a:p>
            <a:pPr algn="l"/>
            <a:r>
              <a:rPr sz="2200" b="1" i="0">
                <a:solidFill>
                  <a:srgbClr val="004B4E"/>
                </a:solidFill>
                <a:latin typeface="Manrope"/>
              </a:rPr>
              <a:t>The Public-Private Trust Ecosystem Curation</a:t>
            </a:r>
          </a:p>
        </p:txBody>
      </p:sp>
      <p:sp>
        <p:nvSpPr>
          <p:cNvPr id="3" name="Rectangle 2"/>
          <p:cNvSpPr/>
          <p:nvPr/>
        </p:nvSpPr>
        <p:spPr>
          <a:xfrm>
            <a:off x="731520" y="1463040"/>
            <a:ext cx="3383280" cy="475488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463040"/>
            <a:ext cx="3383280" cy="73152"/>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737360"/>
            <a:ext cx="2926080" cy="4206240"/>
          </a:xfrm>
          <a:prstGeom prst="rect">
            <a:avLst/>
          </a:prstGeom>
          <a:noFill/>
        </p:spPr>
        <p:txBody>
          <a:bodyPr wrap="square" lIns="45720" rIns="45720">
            <a:spAutoFit/>
          </a:bodyPr>
          <a:lstStyle/>
          <a:p>
            <a:pPr algn="l"/>
            <a:r>
              <a:rPr sz="1400" b="1" i="0">
                <a:solidFill>
                  <a:srgbClr val="004B4E"/>
                </a:solidFill>
                <a:latin typeface="Manrope"/>
              </a:rPr>
              <a:t>Strategic Advisory Board
</a:t>
            </a:r>
          </a:p>
          <a:p>
            <a:pPr algn="l"/>
            <a:r>
              <a:rPr sz="1000" b="1" i="0">
                <a:solidFill>
                  <a:srgbClr val="00A5A3"/>
                </a:solidFill>
                <a:latin typeface="Manrope"/>
              </a:rPr>
              <a:t>Guiding Our Vision and Quality Standards
</a:t>
            </a:r>
          </a:p>
          <a:p>
            <a:pPr algn="l">
              <a:lnSpc>
                <a:spcPct val="130000"/>
              </a:lnSpc>
            </a:pPr>
            <a:r>
              <a:rPr sz="1100" b="0" i="0">
                <a:solidFill>
                  <a:srgbClr val="3C3C3C"/>
                </a:solidFill>
                <a:latin typeface="Manrope"/>
              </a:rPr>
              <a:t>Our advisory board includes distinguished regional leaders who shape our agendas, ensure policy alignment, and maintain high standards of curation:
• DR. EESA MOHAMMED AL BASTAKI – President of the University of Dubai.
• ENGR. MANSOUR ABDUL LATIF AL OBAID – ICT Committee Chairman.
• LAILA AL HADHRAMI – Emerging Tech Pioneer.</a:t>
            </a:r>
          </a:p>
        </p:txBody>
      </p:sp>
      <p:sp>
        <p:nvSpPr>
          <p:cNvPr id="6" name="Rectangle 5"/>
          <p:cNvSpPr/>
          <p:nvPr/>
        </p:nvSpPr>
        <p:spPr>
          <a:xfrm>
            <a:off x="4389120" y="1463040"/>
            <a:ext cx="3383280" cy="475488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389120" y="1463040"/>
            <a:ext cx="3383280" cy="73152"/>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1737360"/>
            <a:ext cx="2926080" cy="4206240"/>
          </a:xfrm>
          <a:prstGeom prst="rect">
            <a:avLst/>
          </a:prstGeom>
          <a:noFill/>
        </p:spPr>
        <p:txBody>
          <a:bodyPr wrap="square" lIns="45720" rIns="45720">
            <a:spAutoFit/>
          </a:bodyPr>
          <a:lstStyle/>
          <a:p>
            <a:pPr algn="l"/>
            <a:r>
              <a:rPr sz="1400" b="1" i="0">
                <a:solidFill>
                  <a:srgbClr val="004B4E"/>
                </a:solidFill>
                <a:latin typeface="Manrope"/>
              </a:rPr>
              <a:t>High-Level Diplomatic Engagement
</a:t>
            </a:r>
          </a:p>
          <a:p>
            <a:pPr algn="l"/>
            <a:r>
              <a:rPr sz="1000" b="1" i="0">
                <a:solidFill>
                  <a:srgbClr val="00A5A3"/>
                </a:solidFill>
                <a:latin typeface="Manrope"/>
              </a:rPr>
              <a:t>Facilitating Regional Tech Policy Alignments
</a:t>
            </a:r>
          </a:p>
          <a:p>
            <a:pPr algn="l">
              <a:lnSpc>
                <a:spcPct val="130000"/>
              </a:lnSpc>
            </a:pPr>
            <a:r>
              <a:rPr sz="1100" b="0" i="0">
                <a:solidFill>
                  <a:srgbClr val="3C3C3C"/>
                </a:solidFill>
                <a:latin typeface="Manrope"/>
              </a:rPr>
              <a:t>We regularly host and facilitate interactions with key state policy makers, enabling cross-border partnerships:
• SHRI DEVENDRA FADNAVIS – Hon. Chief Minister of Maharashtra.
• DR. AVINASH RAMTOHUL – Hon. Minister of Information Technology, Communication and Innovation, Mauritius.
• Host regulators including DIFC and Dubai AI Campus.</a:t>
            </a:r>
          </a:p>
        </p:txBody>
      </p:sp>
      <p:sp>
        <p:nvSpPr>
          <p:cNvPr id="9" name="Rectangle 8"/>
          <p:cNvSpPr/>
          <p:nvPr/>
        </p:nvSpPr>
        <p:spPr>
          <a:xfrm>
            <a:off x="8046720" y="1463040"/>
            <a:ext cx="3383280" cy="475488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046720" y="1463040"/>
            <a:ext cx="3383280" cy="73152"/>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1737360"/>
            <a:ext cx="2926080" cy="4206240"/>
          </a:xfrm>
          <a:prstGeom prst="rect">
            <a:avLst/>
          </a:prstGeom>
          <a:noFill/>
        </p:spPr>
        <p:txBody>
          <a:bodyPr wrap="square" lIns="45720" rIns="45720">
            <a:spAutoFit/>
          </a:bodyPr>
          <a:lstStyle/>
          <a:p>
            <a:pPr algn="l"/>
            <a:r>
              <a:rPr sz="1400" b="1" i="0">
                <a:solidFill>
                  <a:srgbClr val="004B4E"/>
                </a:solidFill>
                <a:latin typeface="Manrope"/>
              </a:rPr>
              <a:t>VVIP and Corporate Alignment
</a:t>
            </a:r>
          </a:p>
          <a:p>
            <a:pPr algn="l"/>
            <a:r>
              <a:rPr sz="1000" b="1" i="0">
                <a:solidFill>
                  <a:srgbClr val="00A5A3"/>
                </a:solidFill>
                <a:latin typeface="Manrope"/>
              </a:rPr>
              <a:t>Bridging Private Innovation with Public Curation
</a:t>
            </a:r>
          </a:p>
          <a:p>
            <a:pPr algn="l">
              <a:lnSpc>
                <a:spcPct val="130000"/>
              </a:lnSpc>
            </a:pPr>
            <a:r>
              <a:rPr sz="1100" b="0" i="0">
                <a:solidFill>
                  <a:srgbClr val="3C3C3C"/>
                </a:solidFill>
                <a:latin typeface="Manrope"/>
              </a:rPr>
              <a:t>We coordinate end-to-end VVIP protocols, ensuring state leaders and corporate CEOs align on key economic transformation strategies.
This trust ecosystem enables us to run highly compliant Sandboxes, FinTech forums, and Cyber Security Summits with direct state support.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AFA"/>
        </a:solidFill>
        <a:effectLst/>
      </p:bgPr>
    </p:bg>
    <p:spTree>
      <p:nvGrpSpPr>
        <p:cNvPr id="1" name=""/>
        <p:cNvGrpSpPr/>
        <p:nvPr/>
      </p:nvGrpSpPr>
      <p:grpSpPr>
        <a:xfrm>
          <a:off x="0" y="0"/>
          <a:ext cx="0" cy="0"/>
          <a:chOff x="0" y="0"/>
          <a:chExt cx="0" cy="0"/>
        </a:xfrm>
      </p:grpSpPr>
      <p:sp>
        <p:nvSpPr>
          <p:cNvPr id="100" name="Oval 99">
            <a:extLst>
              <a:ext uri="{FF2B5EF4-FFF2-40B4-BE49-F238E27FC236}">
                <a16:creationId xmlns:a16="http://schemas.microsoft.com/office/drawing/2014/main" id="{05F4D74A-4D9D-4397-8F46-AB037AAEF90A}"/>
              </a:ext>
            </a:extLst>
          </p:cNvPr>
          <p:cNvSpPr/>
          <p:nvPr/>
        </p:nvSpPr>
        <p:spPr>
          <a:xfrm>
            <a:off x="9852025" y="-53975"/>
            <a:ext cx="107950" cy="1079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9632BE67-5A86-4F26-B73C-34115CF1EA34}"/>
              </a:ext>
            </a:extLst>
          </p:cNvPr>
          <p:cNvSpPr/>
          <p:nvPr/>
        </p:nvSpPr>
        <p:spPr>
          <a:xfrm>
            <a:off x="9866399" y="201976"/>
            <a:ext cx="107950" cy="1079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8" name="Oval 97">
            <a:extLst>
              <a:ext uri="{FF2B5EF4-FFF2-40B4-BE49-F238E27FC236}">
                <a16:creationId xmlns:a16="http://schemas.microsoft.com/office/drawing/2014/main" id="{E41929A1-F9CD-43FB-A50C-E08124EB2048}"/>
              </a:ext>
            </a:extLst>
          </p:cNvPr>
          <p:cNvSpPr/>
          <p:nvPr/>
        </p:nvSpPr>
        <p:spPr>
          <a:xfrm>
            <a:off x="9909340" y="454708"/>
            <a:ext cx="107950" cy="1079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7" name="Oval 96">
            <a:extLst>
              <a:ext uri="{FF2B5EF4-FFF2-40B4-BE49-F238E27FC236}">
                <a16:creationId xmlns:a16="http://schemas.microsoft.com/office/drawing/2014/main" id="{923FCBEE-D077-4A78-9E2A-6E32518FC815}"/>
              </a:ext>
            </a:extLst>
          </p:cNvPr>
          <p:cNvSpPr/>
          <p:nvPr/>
        </p:nvSpPr>
        <p:spPr>
          <a:xfrm>
            <a:off x="9980308" y="701043"/>
            <a:ext cx="107950" cy="1079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6" name="Oval 95">
            <a:extLst>
              <a:ext uri="{FF2B5EF4-FFF2-40B4-BE49-F238E27FC236}">
                <a16:creationId xmlns:a16="http://schemas.microsoft.com/office/drawing/2014/main" id="{1CEE160C-ABA6-4FC9-8F23-0C35E7E1FC08}"/>
              </a:ext>
            </a:extLst>
          </p:cNvPr>
          <p:cNvSpPr/>
          <p:nvPr/>
        </p:nvSpPr>
        <p:spPr>
          <a:xfrm>
            <a:off x="10078410" y="937883"/>
            <a:ext cx="107950" cy="1079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5" name="Oval 94">
            <a:extLst>
              <a:ext uri="{FF2B5EF4-FFF2-40B4-BE49-F238E27FC236}">
                <a16:creationId xmlns:a16="http://schemas.microsoft.com/office/drawing/2014/main" id="{8D058EAB-886F-465A-8B36-D1542434A815}"/>
              </a:ext>
            </a:extLst>
          </p:cNvPr>
          <p:cNvSpPr/>
          <p:nvPr/>
        </p:nvSpPr>
        <p:spPr>
          <a:xfrm>
            <a:off x="10202414" y="1162250"/>
            <a:ext cx="107950" cy="1079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4" name="Oval 93">
            <a:extLst>
              <a:ext uri="{FF2B5EF4-FFF2-40B4-BE49-F238E27FC236}">
                <a16:creationId xmlns:a16="http://schemas.microsoft.com/office/drawing/2014/main" id="{EC89E6E6-7848-41BC-9FC4-549E9DBE397D}"/>
              </a:ext>
            </a:extLst>
          </p:cNvPr>
          <p:cNvSpPr/>
          <p:nvPr/>
        </p:nvSpPr>
        <p:spPr>
          <a:xfrm>
            <a:off x="10350758" y="1371323"/>
            <a:ext cx="107950" cy="1079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3" name="Oval 92">
            <a:extLst>
              <a:ext uri="{FF2B5EF4-FFF2-40B4-BE49-F238E27FC236}">
                <a16:creationId xmlns:a16="http://schemas.microsoft.com/office/drawing/2014/main" id="{1FE11D3C-7B9C-423F-94EC-CE84D481A4F4}"/>
              </a:ext>
            </a:extLst>
          </p:cNvPr>
          <p:cNvSpPr/>
          <p:nvPr/>
        </p:nvSpPr>
        <p:spPr>
          <a:xfrm>
            <a:off x="10521579" y="1562471"/>
            <a:ext cx="107950" cy="1079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2" name="Oval 91">
            <a:extLst>
              <a:ext uri="{FF2B5EF4-FFF2-40B4-BE49-F238E27FC236}">
                <a16:creationId xmlns:a16="http://schemas.microsoft.com/office/drawing/2014/main" id="{20EE6CB6-7EE9-414F-A82E-C7FA29B02A06}"/>
              </a:ext>
            </a:extLst>
          </p:cNvPr>
          <p:cNvSpPr/>
          <p:nvPr/>
        </p:nvSpPr>
        <p:spPr>
          <a:xfrm>
            <a:off x="10712728" y="1733292"/>
            <a:ext cx="107950" cy="1079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1" name="Oval 90">
            <a:extLst>
              <a:ext uri="{FF2B5EF4-FFF2-40B4-BE49-F238E27FC236}">
                <a16:creationId xmlns:a16="http://schemas.microsoft.com/office/drawing/2014/main" id="{E152A5E5-BA97-4D44-9539-5D34A6136E6E}"/>
              </a:ext>
            </a:extLst>
          </p:cNvPr>
          <p:cNvSpPr/>
          <p:nvPr/>
        </p:nvSpPr>
        <p:spPr>
          <a:xfrm>
            <a:off x="10921800" y="1881637"/>
            <a:ext cx="107950" cy="1079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0" name="Oval 89">
            <a:extLst>
              <a:ext uri="{FF2B5EF4-FFF2-40B4-BE49-F238E27FC236}">
                <a16:creationId xmlns:a16="http://schemas.microsoft.com/office/drawing/2014/main" id="{499C955C-6CE4-42E9-BE2D-4EF17558D580}"/>
              </a:ext>
            </a:extLst>
          </p:cNvPr>
          <p:cNvSpPr/>
          <p:nvPr/>
        </p:nvSpPr>
        <p:spPr>
          <a:xfrm>
            <a:off x="11146167" y="2005640"/>
            <a:ext cx="107950" cy="1079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9" name="Oval 88">
            <a:extLst>
              <a:ext uri="{FF2B5EF4-FFF2-40B4-BE49-F238E27FC236}">
                <a16:creationId xmlns:a16="http://schemas.microsoft.com/office/drawing/2014/main" id="{47CFBCFA-B2CF-4FB0-B5F5-DE52A6E79D7C}"/>
              </a:ext>
            </a:extLst>
          </p:cNvPr>
          <p:cNvSpPr/>
          <p:nvPr/>
        </p:nvSpPr>
        <p:spPr>
          <a:xfrm>
            <a:off x="11383007" y="2103742"/>
            <a:ext cx="107950" cy="1079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8" name="Oval 87">
            <a:extLst>
              <a:ext uri="{FF2B5EF4-FFF2-40B4-BE49-F238E27FC236}">
                <a16:creationId xmlns:a16="http://schemas.microsoft.com/office/drawing/2014/main" id="{75FFB96D-DBD2-4A4C-9439-0BCF73FB2E3E}"/>
              </a:ext>
            </a:extLst>
          </p:cNvPr>
          <p:cNvSpPr/>
          <p:nvPr/>
        </p:nvSpPr>
        <p:spPr>
          <a:xfrm>
            <a:off x="11629342" y="2174710"/>
            <a:ext cx="107950" cy="1079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7" name="Oval 86">
            <a:extLst>
              <a:ext uri="{FF2B5EF4-FFF2-40B4-BE49-F238E27FC236}">
                <a16:creationId xmlns:a16="http://schemas.microsoft.com/office/drawing/2014/main" id="{DDFEBB00-73BE-4CE0-84FE-ACC7A3D27C60}"/>
              </a:ext>
            </a:extLst>
          </p:cNvPr>
          <p:cNvSpPr/>
          <p:nvPr/>
        </p:nvSpPr>
        <p:spPr>
          <a:xfrm>
            <a:off x="11882074" y="2217651"/>
            <a:ext cx="107950" cy="1079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6" name="Oval 85">
            <a:extLst>
              <a:ext uri="{FF2B5EF4-FFF2-40B4-BE49-F238E27FC236}">
                <a16:creationId xmlns:a16="http://schemas.microsoft.com/office/drawing/2014/main" id="{C5B373B9-7D98-4614-A7FC-EB9BEE27620A}"/>
              </a:ext>
            </a:extLst>
          </p:cNvPr>
          <p:cNvSpPr/>
          <p:nvPr/>
        </p:nvSpPr>
        <p:spPr>
          <a:xfrm>
            <a:off x="12138025" y="2232025"/>
            <a:ext cx="107950" cy="1079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5" name="Oval 84">
            <a:extLst>
              <a:ext uri="{FF2B5EF4-FFF2-40B4-BE49-F238E27FC236}">
                <a16:creationId xmlns:a16="http://schemas.microsoft.com/office/drawing/2014/main" id="{8AEA865D-9EFD-4B05-A4F9-3F670D5427C5}"/>
              </a:ext>
            </a:extLst>
          </p:cNvPr>
          <p:cNvSpPr/>
          <p:nvPr/>
        </p:nvSpPr>
        <p:spPr>
          <a:xfrm>
            <a:off x="10306050" y="-44450"/>
            <a:ext cx="88900" cy="8890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4" name="Oval 83">
            <a:extLst>
              <a:ext uri="{FF2B5EF4-FFF2-40B4-BE49-F238E27FC236}">
                <a16:creationId xmlns:a16="http://schemas.microsoft.com/office/drawing/2014/main" id="{22315045-8E05-4E44-8C75-FBABF8B46AB0}"/>
              </a:ext>
            </a:extLst>
          </p:cNvPr>
          <p:cNvSpPr/>
          <p:nvPr/>
        </p:nvSpPr>
        <p:spPr>
          <a:xfrm>
            <a:off x="10324794" y="217623"/>
            <a:ext cx="88900" cy="8890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10D0F965-DD19-4B9E-A1CB-089A87C8904A}"/>
              </a:ext>
            </a:extLst>
          </p:cNvPr>
          <p:cNvSpPr/>
          <p:nvPr/>
        </p:nvSpPr>
        <p:spPr>
          <a:xfrm>
            <a:off x="10380644" y="474360"/>
            <a:ext cx="88900" cy="8890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2" name="Oval 81">
            <a:extLst>
              <a:ext uri="{FF2B5EF4-FFF2-40B4-BE49-F238E27FC236}">
                <a16:creationId xmlns:a16="http://schemas.microsoft.com/office/drawing/2014/main" id="{171B13BD-5528-4DB4-80AB-11A0CE585F7A}"/>
              </a:ext>
            </a:extLst>
          </p:cNvPr>
          <p:cNvSpPr/>
          <p:nvPr/>
        </p:nvSpPr>
        <p:spPr>
          <a:xfrm>
            <a:off x="10472462" y="720537"/>
            <a:ext cx="88900" cy="8890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6725E47E-ABD8-49A0-B84E-B7F39BD01B4E}"/>
              </a:ext>
            </a:extLst>
          </p:cNvPr>
          <p:cNvSpPr/>
          <p:nvPr/>
        </p:nvSpPr>
        <p:spPr>
          <a:xfrm>
            <a:off x="10598382" y="951140"/>
            <a:ext cx="88900" cy="8890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EA037989-5DF0-46EC-9F8A-CC9AEABCA428}"/>
              </a:ext>
            </a:extLst>
          </p:cNvPr>
          <p:cNvSpPr/>
          <p:nvPr/>
        </p:nvSpPr>
        <p:spPr>
          <a:xfrm>
            <a:off x="10755837" y="1161476"/>
            <a:ext cx="88900" cy="8890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9" name="Oval 78">
            <a:extLst>
              <a:ext uri="{FF2B5EF4-FFF2-40B4-BE49-F238E27FC236}">
                <a16:creationId xmlns:a16="http://schemas.microsoft.com/office/drawing/2014/main" id="{03E1C97B-B76E-46CF-87E3-4CCE649A31F7}"/>
              </a:ext>
            </a:extLst>
          </p:cNvPr>
          <p:cNvSpPr/>
          <p:nvPr/>
        </p:nvSpPr>
        <p:spPr>
          <a:xfrm>
            <a:off x="10941624" y="1347263"/>
            <a:ext cx="88900" cy="8890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EBC7FAE0-3D81-4DDD-BFE9-91A2C760CAFB}"/>
              </a:ext>
            </a:extLst>
          </p:cNvPr>
          <p:cNvSpPr/>
          <p:nvPr/>
        </p:nvSpPr>
        <p:spPr>
          <a:xfrm>
            <a:off x="11151960" y="1504718"/>
            <a:ext cx="88900" cy="8890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31C60977-B3D8-4EA5-ACAA-2CBDFF7459D9}"/>
              </a:ext>
            </a:extLst>
          </p:cNvPr>
          <p:cNvSpPr/>
          <p:nvPr/>
        </p:nvSpPr>
        <p:spPr>
          <a:xfrm>
            <a:off x="11382563" y="1630637"/>
            <a:ext cx="88900" cy="8890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9C5EBD2A-345B-4C86-9F1C-B0AB56639D1E}"/>
              </a:ext>
            </a:extLst>
          </p:cNvPr>
          <p:cNvSpPr/>
          <p:nvPr/>
        </p:nvSpPr>
        <p:spPr>
          <a:xfrm>
            <a:off x="11628740" y="1722456"/>
            <a:ext cx="88900" cy="8890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5" name="Oval 74">
            <a:extLst>
              <a:ext uri="{FF2B5EF4-FFF2-40B4-BE49-F238E27FC236}">
                <a16:creationId xmlns:a16="http://schemas.microsoft.com/office/drawing/2014/main" id="{911570ED-65CD-418A-BF7E-C72751EF7E20}"/>
              </a:ext>
            </a:extLst>
          </p:cNvPr>
          <p:cNvSpPr/>
          <p:nvPr/>
        </p:nvSpPr>
        <p:spPr>
          <a:xfrm>
            <a:off x="11885477" y="1778306"/>
            <a:ext cx="88900" cy="8890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4" name="Oval 73">
            <a:extLst>
              <a:ext uri="{FF2B5EF4-FFF2-40B4-BE49-F238E27FC236}">
                <a16:creationId xmlns:a16="http://schemas.microsoft.com/office/drawing/2014/main" id="{942A6D8A-B504-4849-A066-3EEF3864E10D}"/>
              </a:ext>
            </a:extLst>
          </p:cNvPr>
          <p:cNvSpPr/>
          <p:nvPr/>
        </p:nvSpPr>
        <p:spPr>
          <a:xfrm>
            <a:off x="12147550" y="1797050"/>
            <a:ext cx="88900" cy="8890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3" name="Oval 72">
            <a:extLst>
              <a:ext uri="{FF2B5EF4-FFF2-40B4-BE49-F238E27FC236}">
                <a16:creationId xmlns:a16="http://schemas.microsoft.com/office/drawing/2014/main" id="{25474B99-8689-47EC-9184-F5623B25E036}"/>
              </a:ext>
            </a:extLst>
          </p:cNvPr>
          <p:cNvSpPr/>
          <p:nvPr/>
        </p:nvSpPr>
        <p:spPr>
          <a:xfrm>
            <a:off x="10760075" y="-34925"/>
            <a:ext cx="69850" cy="698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2" name="Oval 71">
            <a:extLst>
              <a:ext uri="{FF2B5EF4-FFF2-40B4-BE49-F238E27FC236}">
                <a16:creationId xmlns:a16="http://schemas.microsoft.com/office/drawing/2014/main" id="{B3A4E14B-6E8D-4D66-A432-2B0DE55C16AF}"/>
              </a:ext>
            </a:extLst>
          </p:cNvPr>
          <p:cNvSpPr/>
          <p:nvPr/>
        </p:nvSpPr>
        <p:spPr>
          <a:xfrm>
            <a:off x="10786918" y="237616"/>
            <a:ext cx="69850" cy="698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1" name="Oval 70">
            <a:extLst>
              <a:ext uri="{FF2B5EF4-FFF2-40B4-BE49-F238E27FC236}">
                <a16:creationId xmlns:a16="http://schemas.microsoft.com/office/drawing/2014/main" id="{607405FC-D0B5-476E-85DC-BB843074F30F}"/>
              </a:ext>
            </a:extLst>
          </p:cNvPr>
          <p:cNvSpPr/>
          <p:nvPr/>
        </p:nvSpPr>
        <p:spPr>
          <a:xfrm>
            <a:off x="10866415" y="499684"/>
            <a:ext cx="69850" cy="698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6BA95A50-04C3-411C-9992-F3A0DD192971}"/>
              </a:ext>
            </a:extLst>
          </p:cNvPr>
          <p:cNvSpPr/>
          <p:nvPr/>
        </p:nvSpPr>
        <p:spPr>
          <a:xfrm>
            <a:off x="10995512" y="741207"/>
            <a:ext cx="69850" cy="698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9" name="Oval 68">
            <a:extLst>
              <a:ext uri="{FF2B5EF4-FFF2-40B4-BE49-F238E27FC236}">
                <a16:creationId xmlns:a16="http://schemas.microsoft.com/office/drawing/2014/main" id="{D6D44010-4817-4063-9FEA-3F14A430864D}"/>
              </a:ext>
            </a:extLst>
          </p:cNvPr>
          <p:cNvSpPr/>
          <p:nvPr/>
        </p:nvSpPr>
        <p:spPr>
          <a:xfrm>
            <a:off x="11169247" y="952903"/>
            <a:ext cx="69850" cy="698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8" name="Oval 67">
            <a:extLst>
              <a:ext uri="{FF2B5EF4-FFF2-40B4-BE49-F238E27FC236}">
                <a16:creationId xmlns:a16="http://schemas.microsoft.com/office/drawing/2014/main" id="{9548D2D4-30C7-4C32-BE88-B7344475FF64}"/>
              </a:ext>
            </a:extLst>
          </p:cNvPr>
          <p:cNvSpPr/>
          <p:nvPr/>
        </p:nvSpPr>
        <p:spPr>
          <a:xfrm>
            <a:off x="11380943" y="1126638"/>
            <a:ext cx="69850" cy="698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7641066E-3513-41B0-8827-E610CC0093DA}"/>
              </a:ext>
            </a:extLst>
          </p:cNvPr>
          <p:cNvSpPr/>
          <p:nvPr/>
        </p:nvSpPr>
        <p:spPr>
          <a:xfrm>
            <a:off x="11622467" y="1255735"/>
            <a:ext cx="69850" cy="698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73EEE6F3-1071-4B65-87F6-41DB7B76785E}"/>
              </a:ext>
            </a:extLst>
          </p:cNvPr>
          <p:cNvSpPr/>
          <p:nvPr/>
        </p:nvSpPr>
        <p:spPr>
          <a:xfrm>
            <a:off x="11884533" y="1335232"/>
            <a:ext cx="69850" cy="698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62FB075E-D578-40B8-9706-8C58C000F7A8}"/>
              </a:ext>
            </a:extLst>
          </p:cNvPr>
          <p:cNvSpPr/>
          <p:nvPr/>
        </p:nvSpPr>
        <p:spPr>
          <a:xfrm>
            <a:off x="12157075" y="1362075"/>
            <a:ext cx="69850" cy="698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0826BD61-9183-4416-B2F7-943BFE471A56}"/>
              </a:ext>
            </a:extLst>
          </p:cNvPr>
          <p:cNvSpPr/>
          <p:nvPr/>
        </p:nvSpPr>
        <p:spPr>
          <a:xfrm>
            <a:off x="11214100" y="-25400"/>
            <a:ext cx="50800" cy="5080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1BF45B70-C772-435D-9C4E-7DAA299F2D10}"/>
              </a:ext>
            </a:extLst>
          </p:cNvPr>
          <p:cNvSpPr/>
          <p:nvPr/>
        </p:nvSpPr>
        <p:spPr>
          <a:xfrm>
            <a:off x="11260719" y="268939"/>
            <a:ext cx="50800" cy="5080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C37B4E98-A3BB-4782-BD9F-9A44EAC9D1B0}"/>
              </a:ext>
            </a:extLst>
          </p:cNvPr>
          <p:cNvSpPr/>
          <p:nvPr/>
        </p:nvSpPr>
        <p:spPr>
          <a:xfrm>
            <a:off x="11396011" y="534465"/>
            <a:ext cx="50800" cy="5080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D40527C2-ACB4-4546-8CC7-050046B72F26}"/>
              </a:ext>
            </a:extLst>
          </p:cNvPr>
          <p:cNvSpPr/>
          <p:nvPr/>
        </p:nvSpPr>
        <p:spPr>
          <a:xfrm>
            <a:off x="11606734" y="745189"/>
            <a:ext cx="50800" cy="5080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0" name="Oval 59">
            <a:extLst>
              <a:ext uri="{FF2B5EF4-FFF2-40B4-BE49-F238E27FC236}">
                <a16:creationId xmlns:a16="http://schemas.microsoft.com/office/drawing/2014/main" id="{657B527D-A072-4671-A8E3-D05DDC5F5EFD}"/>
              </a:ext>
            </a:extLst>
          </p:cNvPr>
          <p:cNvSpPr/>
          <p:nvPr/>
        </p:nvSpPr>
        <p:spPr>
          <a:xfrm>
            <a:off x="11872261" y="880481"/>
            <a:ext cx="50800" cy="5080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0768EFCE-CB9C-4A84-8CC8-E59D52CA3235}"/>
              </a:ext>
            </a:extLst>
          </p:cNvPr>
          <p:cNvSpPr/>
          <p:nvPr/>
        </p:nvSpPr>
        <p:spPr>
          <a:xfrm>
            <a:off x="12166600" y="927100"/>
            <a:ext cx="50800" cy="5080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8" name="Oval 57">
            <a:extLst>
              <a:ext uri="{FF2B5EF4-FFF2-40B4-BE49-F238E27FC236}">
                <a16:creationId xmlns:a16="http://schemas.microsoft.com/office/drawing/2014/main" id="{7D5919B5-1F03-45A5-9B25-4EEA71D6DD9A}"/>
              </a:ext>
            </a:extLst>
          </p:cNvPr>
          <p:cNvSpPr/>
          <p:nvPr/>
        </p:nvSpPr>
        <p:spPr>
          <a:xfrm>
            <a:off x="11668125" y="-15875"/>
            <a:ext cx="31750" cy="317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7" name="Oval 56">
            <a:extLst>
              <a:ext uri="{FF2B5EF4-FFF2-40B4-BE49-F238E27FC236}">
                <a16:creationId xmlns:a16="http://schemas.microsoft.com/office/drawing/2014/main" id="{90153B41-1CE5-4D3F-A60D-D5863541E2AD}"/>
              </a:ext>
            </a:extLst>
          </p:cNvPr>
          <p:cNvSpPr/>
          <p:nvPr/>
        </p:nvSpPr>
        <p:spPr>
          <a:xfrm>
            <a:off x="11816914" y="343335"/>
            <a:ext cx="31750" cy="317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AFE2B5CE-FDF6-41D7-A83A-A1AC6013CCE2}"/>
              </a:ext>
            </a:extLst>
          </p:cNvPr>
          <p:cNvSpPr/>
          <p:nvPr/>
        </p:nvSpPr>
        <p:spPr>
          <a:xfrm>
            <a:off x="12176125" y="492125"/>
            <a:ext cx="31750" cy="31750"/>
          </a:xfrm>
          <a:prstGeom prst="ellipse">
            <a:avLst/>
          </a:prstGeom>
          <a:solidFill>
            <a:srgbClr val="00A5A3">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TextBox 1"/>
          <p:cNvSpPr txBox="1"/>
          <p:nvPr/>
        </p:nvSpPr>
        <p:spPr>
          <a:xfrm>
            <a:off x="731520" y="457200"/>
            <a:ext cx="10698480" cy="731520"/>
          </a:xfrm>
          <a:prstGeom prst="rect">
            <a:avLst/>
          </a:prstGeom>
          <a:noFill/>
        </p:spPr>
        <p:txBody>
          <a:bodyPr wrap="square" lIns="45720" rIns="45720">
            <a:spAutoFit/>
          </a:bodyPr>
          <a:lstStyle/>
          <a:p>
            <a:pPr algn="l">
              <a:spcAft>
                <a:spcPts val="200"/>
              </a:spcAft>
            </a:pPr>
            <a:r>
              <a:rPr sz="1200" b="1" i="0">
                <a:solidFill>
                  <a:srgbClr val="00A5A3"/>
                </a:solidFill>
                <a:latin typeface="Manrope"/>
              </a:rPr>
              <a:t>09. TRUSTED BY GLOBAL INSTITUTIONS</a:t>
            </a:r>
          </a:p>
          <a:p>
            <a:pPr algn="l"/>
            <a:r>
              <a:rPr sz="2200" b="1" i="0">
                <a:solidFill>
                  <a:srgbClr val="004B4E"/>
                </a:solidFill>
                <a:latin typeface="Manrope"/>
              </a:rPr>
              <a:t>Clients, Regulators, and Strategic Partners Network</a:t>
            </a:r>
          </a:p>
        </p:txBody>
      </p:sp>
      <p:sp>
        <p:nvSpPr>
          <p:cNvPr id="3" name="Rectangle 2"/>
          <p:cNvSpPr/>
          <p:nvPr/>
        </p:nvSpPr>
        <p:spPr>
          <a:xfrm>
            <a:off x="731520" y="1463040"/>
            <a:ext cx="5212080" cy="210312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463040"/>
            <a:ext cx="5212080" cy="91440"/>
          </a:xfrm>
          <a:prstGeom prst="rect">
            <a:avLst/>
          </a:prstGeom>
          <a:solidFill>
            <a:srgbClr val="004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645920"/>
            <a:ext cx="4846320" cy="269304"/>
          </a:xfrm>
          <a:prstGeom prst="rect">
            <a:avLst/>
          </a:prstGeom>
          <a:noFill/>
        </p:spPr>
        <p:txBody>
          <a:bodyPr wrap="square" lIns="45720" rIns="45720">
            <a:spAutoFit/>
          </a:bodyPr>
          <a:lstStyle/>
          <a:p>
            <a:pPr algn="l">
              <a:spcAft>
                <a:spcPts val="800"/>
              </a:spcAft>
            </a:pPr>
            <a:r>
              <a:rPr lang="en-IN" sz="1150" b="1" i="0">
                <a:solidFill>
                  <a:srgbClr val="004B4E"/>
                </a:solidFill>
                <a:latin typeface="Manrope" pitchFamily="2" charset="0"/>
              </a:rPr>
              <a:t>GOVERNMENTS &amp; REGULATORS</a:t>
            </a:r>
            <a:endParaRPr sz="1150" b="1" i="0">
              <a:solidFill>
                <a:srgbClr val="004B4E"/>
              </a:solidFill>
              <a:latin typeface="Manrope" pitchFamily="2" charset="0"/>
            </a:endParaRPr>
          </a:p>
        </p:txBody>
      </p:sp>
      <p:sp>
        <p:nvSpPr>
          <p:cNvPr id="6" name="Rectangle 5"/>
          <p:cNvSpPr/>
          <p:nvPr/>
        </p:nvSpPr>
        <p:spPr>
          <a:xfrm>
            <a:off x="6217920" y="1463040"/>
            <a:ext cx="5212080" cy="210312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217920" y="1463040"/>
            <a:ext cx="5212080" cy="91440"/>
          </a:xfrm>
          <a:prstGeom prst="rect">
            <a:avLst/>
          </a:prstGeom>
          <a:solidFill>
            <a:srgbClr val="004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645920"/>
            <a:ext cx="4846320" cy="269304"/>
          </a:xfrm>
          <a:prstGeom prst="rect">
            <a:avLst/>
          </a:prstGeom>
          <a:noFill/>
        </p:spPr>
        <p:txBody>
          <a:bodyPr wrap="square" lIns="45720" rIns="45720">
            <a:spAutoFit/>
          </a:bodyPr>
          <a:lstStyle/>
          <a:p>
            <a:pPr algn="l">
              <a:spcAft>
                <a:spcPts val="800"/>
              </a:spcAft>
            </a:pPr>
            <a:r>
              <a:rPr lang="en-IN" sz="1150" b="1" i="0">
                <a:solidFill>
                  <a:srgbClr val="004B4E"/>
                </a:solidFill>
                <a:latin typeface="Manrope" pitchFamily="2" charset="0"/>
              </a:rPr>
              <a:t>ENTERPRISE &amp; TECH VENDORS</a:t>
            </a:r>
            <a:endParaRPr sz="1150" b="1" i="0">
              <a:solidFill>
                <a:srgbClr val="004B4E"/>
              </a:solidFill>
              <a:latin typeface="Manrope" pitchFamily="2" charset="0"/>
            </a:endParaRPr>
          </a:p>
        </p:txBody>
      </p:sp>
      <p:sp>
        <p:nvSpPr>
          <p:cNvPr id="9" name="Rectangle 8"/>
          <p:cNvSpPr/>
          <p:nvPr/>
        </p:nvSpPr>
        <p:spPr>
          <a:xfrm>
            <a:off x="731520" y="3840480"/>
            <a:ext cx="5212080" cy="210312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3840480"/>
            <a:ext cx="5212080" cy="91440"/>
          </a:xfrm>
          <a:prstGeom prst="rect">
            <a:avLst/>
          </a:prstGeom>
          <a:solidFill>
            <a:srgbClr val="004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023360"/>
            <a:ext cx="4846320" cy="269304"/>
          </a:xfrm>
          <a:prstGeom prst="rect">
            <a:avLst/>
          </a:prstGeom>
          <a:noFill/>
        </p:spPr>
        <p:txBody>
          <a:bodyPr wrap="square" lIns="45720" rIns="45720">
            <a:spAutoFit/>
          </a:bodyPr>
          <a:lstStyle/>
          <a:p>
            <a:pPr algn="l">
              <a:spcAft>
                <a:spcPts val="800"/>
              </a:spcAft>
            </a:pPr>
            <a:r>
              <a:rPr lang="en-IN" sz="1150" b="1" i="0">
                <a:solidFill>
                  <a:srgbClr val="004B4E"/>
                </a:solidFill>
                <a:latin typeface="Manrope" pitchFamily="2" charset="0"/>
              </a:rPr>
              <a:t>INVESTORS &amp; VENTURE CAPITAL</a:t>
            </a:r>
            <a:endParaRPr sz="1150" b="1" i="0">
              <a:solidFill>
                <a:srgbClr val="004B4E"/>
              </a:solidFill>
              <a:latin typeface="Manrope" pitchFamily="2" charset="0"/>
            </a:endParaRPr>
          </a:p>
        </p:txBody>
      </p:sp>
      <p:sp>
        <p:nvSpPr>
          <p:cNvPr id="12" name="Rectangle 11"/>
          <p:cNvSpPr/>
          <p:nvPr/>
        </p:nvSpPr>
        <p:spPr>
          <a:xfrm>
            <a:off x="6217920" y="3840480"/>
            <a:ext cx="5212080" cy="210312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3840480"/>
            <a:ext cx="5212080" cy="91440"/>
          </a:xfrm>
          <a:prstGeom prst="rect">
            <a:avLst/>
          </a:prstGeom>
          <a:solidFill>
            <a:srgbClr val="004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4023360"/>
            <a:ext cx="4846320" cy="269304"/>
          </a:xfrm>
          <a:prstGeom prst="rect">
            <a:avLst/>
          </a:prstGeom>
          <a:noFill/>
        </p:spPr>
        <p:txBody>
          <a:bodyPr wrap="square" lIns="45720" rIns="45720">
            <a:spAutoFit/>
          </a:bodyPr>
          <a:lstStyle/>
          <a:p>
            <a:pPr algn="l">
              <a:spcAft>
                <a:spcPts val="800"/>
              </a:spcAft>
            </a:pPr>
            <a:r>
              <a:rPr lang="en-IN" sz="1150" b="1" i="0">
                <a:solidFill>
                  <a:srgbClr val="004B4E"/>
                </a:solidFill>
                <a:latin typeface="Manrope" pitchFamily="2" charset="0"/>
              </a:rPr>
              <a:t>MEDIA &amp; ASSOCIATIONS</a:t>
            </a:r>
            <a:endParaRPr sz="1150" b="1" i="0">
              <a:solidFill>
                <a:srgbClr val="004B4E"/>
              </a:solidFill>
              <a:latin typeface="Manrope" pitchFamily="2" charset="0"/>
            </a:endParaRPr>
          </a:p>
        </p:txBody>
      </p:sp>
      <p:sp>
        <p:nvSpPr>
          <p:cNvPr id="15" name="Rectangle: Rounded Corners 14">
            <a:extLst>
              <a:ext uri="{FF2B5EF4-FFF2-40B4-BE49-F238E27FC236}">
                <a16:creationId xmlns:a16="http://schemas.microsoft.com/office/drawing/2014/main" id="{F4AC8D7C-C124-4D88-B926-CD4344956634}"/>
              </a:ext>
            </a:extLst>
          </p:cNvPr>
          <p:cNvSpPr/>
          <p:nvPr/>
        </p:nvSpPr>
        <p:spPr>
          <a:xfrm>
            <a:off x="914400" y="1930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DIFC</a:t>
            </a:r>
          </a:p>
        </p:txBody>
      </p:sp>
      <p:sp>
        <p:nvSpPr>
          <p:cNvPr id="16" name="Rectangle: Rounded Corners 15">
            <a:extLst>
              <a:ext uri="{FF2B5EF4-FFF2-40B4-BE49-F238E27FC236}">
                <a16:creationId xmlns:a16="http://schemas.microsoft.com/office/drawing/2014/main" id="{FFFAD47F-B0F0-41C7-B52D-DE624F4F019C}"/>
              </a:ext>
            </a:extLst>
          </p:cNvPr>
          <p:cNvSpPr/>
          <p:nvPr/>
        </p:nvSpPr>
        <p:spPr>
          <a:xfrm>
            <a:off x="2108200" y="1930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KSDC</a:t>
            </a:r>
          </a:p>
        </p:txBody>
      </p:sp>
      <p:sp>
        <p:nvSpPr>
          <p:cNvPr id="17" name="Rectangle: Rounded Corners 16">
            <a:extLst>
              <a:ext uri="{FF2B5EF4-FFF2-40B4-BE49-F238E27FC236}">
                <a16:creationId xmlns:a16="http://schemas.microsoft.com/office/drawing/2014/main" id="{0EC62B88-DA8D-4472-8B2A-EC8847AC1E03}"/>
              </a:ext>
            </a:extLst>
          </p:cNvPr>
          <p:cNvSpPr/>
          <p:nvPr/>
        </p:nvSpPr>
        <p:spPr>
          <a:xfrm>
            <a:off x="3302000" y="1930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KSDA</a:t>
            </a:r>
          </a:p>
        </p:txBody>
      </p:sp>
      <p:sp>
        <p:nvSpPr>
          <p:cNvPr id="18" name="Rectangle: Rounded Corners 17">
            <a:extLst>
              <a:ext uri="{FF2B5EF4-FFF2-40B4-BE49-F238E27FC236}">
                <a16:creationId xmlns:a16="http://schemas.microsoft.com/office/drawing/2014/main" id="{ED0A5FC8-8C89-4357-96DF-5180097FD181}"/>
              </a:ext>
            </a:extLst>
          </p:cNvPr>
          <p:cNvSpPr/>
          <p:nvPr/>
        </p:nvSpPr>
        <p:spPr>
          <a:xfrm>
            <a:off x="4495800" y="1930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Dubai AI Campus</a:t>
            </a:r>
          </a:p>
        </p:txBody>
      </p:sp>
      <p:sp>
        <p:nvSpPr>
          <p:cNvPr id="19" name="Rectangle: Rounded Corners 18">
            <a:extLst>
              <a:ext uri="{FF2B5EF4-FFF2-40B4-BE49-F238E27FC236}">
                <a16:creationId xmlns:a16="http://schemas.microsoft.com/office/drawing/2014/main" id="{40D2C7DE-7ADB-4BDE-94FB-B75440AF2596}"/>
              </a:ext>
            </a:extLst>
          </p:cNvPr>
          <p:cNvSpPr/>
          <p:nvPr/>
        </p:nvSpPr>
        <p:spPr>
          <a:xfrm>
            <a:off x="914400" y="2184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Govt of Maharashtra</a:t>
            </a:r>
          </a:p>
        </p:txBody>
      </p:sp>
      <p:sp>
        <p:nvSpPr>
          <p:cNvPr id="20" name="Rectangle: Rounded Corners 19">
            <a:extLst>
              <a:ext uri="{FF2B5EF4-FFF2-40B4-BE49-F238E27FC236}">
                <a16:creationId xmlns:a16="http://schemas.microsoft.com/office/drawing/2014/main" id="{A9A097E5-5700-480E-BC7C-245F28742EDB}"/>
              </a:ext>
            </a:extLst>
          </p:cNvPr>
          <p:cNvSpPr/>
          <p:nvPr/>
        </p:nvSpPr>
        <p:spPr>
          <a:xfrm>
            <a:off x="2108200" y="2184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Ministry of IT, Mauritius</a:t>
            </a:r>
          </a:p>
        </p:txBody>
      </p:sp>
      <p:sp>
        <p:nvSpPr>
          <p:cNvPr id="21" name="Rectangle: Rounded Corners 20">
            <a:extLst>
              <a:ext uri="{FF2B5EF4-FFF2-40B4-BE49-F238E27FC236}">
                <a16:creationId xmlns:a16="http://schemas.microsoft.com/office/drawing/2014/main" id="{C73D6F88-04EB-4CF1-8822-12CCEF98530D}"/>
              </a:ext>
            </a:extLst>
          </p:cNvPr>
          <p:cNvSpPr/>
          <p:nvPr/>
        </p:nvSpPr>
        <p:spPr>
          <a:xfrm>
            <a:off x="3302000" y="2184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Doha Digital Sandboxes</a:t>
            </a:r>
          </a:p>
        </p:txBody>
      </p:sp>
      <p:sp>
        <p:nvSpPr>
          <p:cNvPr id="22" name="Rectangle: Rounded Corners 21">
            <a:extLst>
              <a:ext uri="{FF2B5EF4-FFF2-40B4-BE49-F238E27FC236}">
                <a16:creationId xmlns:a16="http://schemas.microsoft.com/office/drawing/2014/main" id="{012664C2-C824-4015-A56F-5AA777AC0C60}"/>
              </a:ext>
            </a:extLst>
          </p:cNvPr>
          <p:cNvSpPr/>
          <p:nvPr/>
        </p:nvSpPr>
        <p:spPr>
          <a:xfrm>
            <a:off x="6400800" y="1930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Microsoft</a:t>
            </a:r>
          </a:p>
        </p:txBody>
      </p:sp>
      <p:sp>
        <p:nvSpPr>
          <p:cNvPr id="23" name="Rectangle: Rounded Corners 22">
            <a:extLst>
              <a:ext uri="{FF2B5EF4-FFF2-40B4-BE49-F238E27FC236}">
                <a16:creationId xmlns:a16="http://schemas.microsoft.com/office/drawing/2014/main" id="{040B8FCA-A922-433F-91AB-063613212AA0}"/>
              </a:ext>
            </a:extLst>
          </p:cNvPr>
          <p:cNvSpPr/>
          <p:nvPr/>
        </p:nvSpPr>
        <p:spPr>
          <a:xfrm>
            <a:off x="7594600" y="1930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Oracle</a:t>
            </a:r>
          </a:p>
        </p:txBody>
      </p:sp>
      <p:sp>
        <p:nvSpPr>
          <p:cNvPr id="24" name="Rectangle: Rounded Corners 23">
            <a:extLst>
              <a:ext uri="{FF2B5EF4-FFF2-40B4-BE49-F238E27FC236}">
                <a16:creationId xmlns:a16="http://schemas.microsoft.com/office/drawing/2014/main" id="{92EB2FD8-A7A0-40F3-AE5D-30AEEDD5D6CC}"/>
              </a:ext>
            </a:extLst>
          </p:cNvPr>
          <p:cNvSpPr/>
          <p:nvPr/>
        </p:nvSpPr>
        <p:spPr>
          <a:xfrm>
            <a:off x="8788400" y="1930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AWS</a:t>
            </a:r>
          </a:p>
        </p:txBody>
      </p:sp>
      <p:sp>
        <p:nvSpPr>
          <p:cNvPr id="25" name="Rectangle: Rounded Corners 24">
            <a:extLst>
              <a:ext uri="{FF2B5EF4-FFF2-40B4-BE49-F238E27FC236}">
                <a16:creationId xmlns:a16="http://schemas.microsoft.com/office/drawing/2014/main" id="{26480807-7E96-4D35-BEDE-0640D17BCCDF}"/>
              </a:ext>
            </a:extLst>
          </p:cNvPr>
          <p:cNvSpPr/>
          <p:nvPr/>
        </p:nvSpPr>
        <p:spPr>
          <a:xfrm>
            <a:off x="9982200" y="1930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Huawei</a:t>
            </a:r>
          </a:p>
        </p:txBody>
      </p:sp>
      <p:sp>
        <p:nvSpPr>
          <p:cNvPr id="26" name="Rectangle: Rounded Corners 25">
            <a:extLst>
              <a:ext uri="{FF2B5EF4-FFF2-40B4-BE49-F238E27FC236}">
                <a16:creationId xmlns:a16="http://schemas.microsoft.com/office/drawing/2014/main" id="{11A8ABE3-AE21-4A02-9AC8-163CB5A6AA45}"/>
              </a:ext>
            </a:extLst>
          </p:cNvPr>
          <p:cNvSpPr/>
          <p:nvPr/>
        </p:nvSpPr>
        <p:spPr>
          <a:xfrm>
            <a:off x="6400800" y="2184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Palo Alto</a:t>
            </a:r>
          </a:p>
        </p:txBody>
      </p:sp>
      <p:sp>
        <p:nvSpPr>
          <p:cNvPr id="27" name="Rectangle: Rounded Corners 26">
            <a:extLst>
              <a:ext uri="{FF2B5EF4-FFF2-40B4-BE49-F238E27FC236}">
                <a16:creationId xmlns:a16="http://schemas.microsoft.com/office/drawing/2014/main" id="{BE6B262E-9B1B-47A8-B035-1F36BD21F0D6}"/>
              </a:ext>
            </a:extLst>
          </p:cNvPr>
          <p:cNvSpPr/>
          <p:nvPr/>
        </p:nvSpPr>
        <p:spPr>
          <a:xfrm>
            <a:off x="7594600" y="2184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IBM</a:t>
            </a:r>
          </a:p>
        </p:txBody>
      </p:sp>
      <p:sp>
        <p:nvSpPr>
          <p:cNvPr id="28" name="Rectangle: Rounded Corners 27">
            <a:extLst>
              <a:ext uri="{FF2B5EF4-FFF2-40B4-BE49-F238E27FC236}">
                <a16:creationId xmlns:a16="http://schemas.microsoft.com/office/drawing/2014/main" id="{EB2890EE-D8EF-45FC-A015-9BF1F02C3AE9}"/>
              </a:ext>
            </a:extLst>
          </p:cNvPr>
          <p:cNvSpPr/>
          <p:nvPr/>
        </p:nvSpPr>
        <p:spPr>
          <a:xfrm>
            <a:off x="8788400" y="2184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Cisco</a:t>
            </a:r>
          </a:p>
        </p:txBody>
      </p:sp>
      <p:sp>
        <p:nvSpPr>
          <p:cNvPr id="29" name="Rectangle: Rounded Corners 28">
            <a:extLst>
              <a:ext uri="{FF2B5EF4-FFF2-40B4-BE49-F238E27FC236}">
                <a16:creationId xmlns:a16="http://schemas.microsoft.com/office/drawing/2014/main" id="{9A7C6492-D167-4692-A650-C16C1A28D1A1}"/>
              </a:ext>
            </a:extLst>
          </p:cNvPr>
          <p:cNvSpPr/>
          <p:nvPr/>
        </p:nvSpPr>
        <p:spPr>
          <a:xfrm>
            <a:off x="9982200" y="2184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Salesforce</a:t>
            </a:r>
          </a:p>
        </p:txBody>
      </p:sp>
      <p:sp>
        <p:nvSpPr>
          <p:cNvPr id="30" name="Rectangle: Rounded Corners 29">
            <a:extLst>
              <a:ext uri="{FF2B5EF4-FFF2-40B4-BE49-F238E27FC236}">
                <a16:creationId xmlns:a16="http://schemas.microsoft.com/office/drawing/2014/main" id="{AB670321-798E-4390-B1AF-433191C8AE5D}"/>
              </a:ext>
            </a:extLst>
          </p:cNvPr>
          <p:cNvSpPr/>
          <p:nvPr/>
        </p:nvSpPr>
        <p:spPr>
          <a:xfrm>
            <a:off x="6400800" y="2438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SAP</a:t>
            </a:r>
          </a:p>
        </p:txBody>
      </p:sp>
      <p:sp>
        <p:nvSpPr>
          <p:cNvPr id="31" name="Rectangle: Rounded Corners 30">
            <a:extLst>
              <a:ext uri="{FF2B5EF4-FFF2-40B4-BE49-F238E27FC236}">
                <a16:creationId xmlns:a16="http://schemas.microsoft.com/office/drawing/2014/main" id="{2D9650C1-6530-40A7-9E75-7D58A7E2B543}"/>
              </a:ext>
            </a:extLst>
          </p:cNvPr>
          <p:cNvSpPr/>
          <p:nvPr/>
        </p:nvSpPr>
        <p:spPr>
          <a:xfrm>
            <a:off x="7594600" y="2438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Google Cloud</a:t>
            </a:r>
          </a:p>
        </p:txBody>
      </p:sp>
      <p:sp>
        <p:nvSpPr>
          <p:cNvPr id="32" name="Rectangle: Rounded Corners 31">
            <a:extLst>
              <a:ext uri="{FF2B5EF4-FFF2-40B4-BE49-F238E27FC236}">
                <a16:creationId xmlns:a16="http://schemas.microsoft.com/office/drawing/2014/main" id="{F0061A7D-6667-4DDE-AD59-B846427EDA76}"/>
              </a:ext>
            </a:extLst>
          </p:cNvPr>
          <p:cNvSpPr/>
          <p:nvPr/>
        </p:nvSpPr>
        <p:spPr>
          <a:xfrm>
            <a:off x="8788400" y="2438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Dell</a:t>
            </a:r>
          </a:p>
        </p:txBody>
      </p:sp>
      <p:sp>
        <p:nvSpPr>
          <p:cNvPr id="33" name="Rectangle: Rounded Corners 32">
            <a:extLst>
              <a:ext uri="{FF2B5EF4-FFF2-40B4-BE49-F238E27FC236}">
                <a16:creationId xmlns:a16="http://schemas.microsoft.com/office/drawing/2014/main" id="{6B8562EB-EA85-4EAD-B37B-0AA29B709178}"/>
              </a:ext>
            </a:extLst>
          </p:cNvPr>
          <p:cNvSpPr/>
          <p:nvPr/>
        </p:nvSpPr>
        <p:spPr>
          <a:xfrm>
            <a:off x="9982200" y="2438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Snowflake</a:t>
            </a:r>
          </a:p>
        </p:txBody>
      </p:sp>
      <p:sp>
        <p:nvSpPr>
          <p:cNvPr id="34" name="Rectangle: Rounded Corners 33">
            <a:extLst>
              <a:ext uri="{FF2B5EF4-FFF2-40B4-BE49-F238E27FC236}">
                <a16:creationId xmlns:a16="http://schemas.microsoft.com/office/drawing/2014/main" id="{078543CE-66F8-4EF7-AF57-E5002FE5DCC4}"/>
              </a:ext>
            </a:extLst>
          </p:cNvPr>
          <p:cNvSpPr/>
          <p:nvPr/>
        </p:nvSpPr>
        <p:spPr>
          <a:xfrm>
            <a:off x="6400800" y="2692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Fortinet</a:t>
            </a:r>
          </a:p>
        </p:txBody>
      </p:sp>
      <p:sp>
        <p:nvSpPr>
          <p:cNvPr id="35" name="Rectangle: Rounded Corners 34">
            <a:extLst>
              <a:ext uri="{FF2B5EF4-FFF2-40B4-BE49-F238E27FC236}">
                <a16:creationId xmlns:a16="http://schemas.microsoft.com/office/drawing/2014/main" id="{B9E28E19-0430-407B-9595-C4E3BF952ED6}"/>
              </a:ext>
            </a:extLst>
          </p:cNvPr>
          <p:cNvSpPr/>
          <p:nvPr/>
        </p:nvSpPr>
        <p:spPr>
          <a:xfrm>
            <a:off x="7594600" y="2692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CrowdStrike</a:t>
            </a:r>
          </a:p>
        </p:txBody>
      </p:sp>
      <p:sp>
        <p:nvSpPr>
          <p:cNvPr id="36" name="Rectangle: Rounded Corners 35">
            <a:extLst>
              <a:ext uri="{FF2B5EF4-FFF2-40B4-BE49-F238E27FC236}">
                <a16:creationId xmlns:a16="http://schemas.microsoft.com/office/drawing/2014/main" id="{DD7A6B3E-F6EC-4C60-8102-309929B09B36}"/>
              </a:ext>
            </a:extLst>
          </p:cNvPr>
          <p:cNvSpPr/>
          <p:nvPr/>
        </p:nvSpPr>
        <p:spPr>
          <a:xfrm>
            <a:off x="8788400" y="2692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Accenture</a:t>
            </a:r>
          </a:p>
        </p:txBody>
      </p:sp>
      <p:sp>
        <p:nvSpPr>
          <p:cNvPr id="37" name="Rectangle: Rounded Corners 36">
            <a:extLst>
              <a:ext uri="{FF2B5EF4-FFF2-40B4-BE49-F238E27FC236}">
                <a16:creationId xmlns:a16="http://schemas.microsoft.com/office/drawing/2014/main" id="{5092AE03-EE2E-43BD-B2D2-DEF30C062D9B}"/>
              </a:ext>
            </a:extLst>
          </p:cNvPr>
          <p:cNvSpPr/>
          <p:nvPr/>
        </p:nvSpPr>
        <p:spPr>
          <a:xfrm>
            <a:off x="9982200" y="26924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Deloitte</a:t>
            </a:r>
          </a:p>
        </p:txBody>
      </p:sp>
      <p:sp>
        <p:nvSpPr>
          <p:cNvPr id="38" name="Rectangle: Rounded Corners 37">
            <a:extLst>
              <a:ext uri="{FF2B5EF4-FFF2-40B4-BE49-F238E27FC236}">
                <a16:creationId xmlns:a16="http://schemas.microsoft.com/office/drawing/2014/main" id="{28060008-B158-41E6-8D75-4EC73E51F678}"/>
              </a:ext>
            </a:extLst>
          </p:cNvPr>
          <p:cNvSpPr/>
          <p:nvPr/>
        </p:nvSpPr>
        <p:spPr>
          <a:xfrm>
            <a:off x="914400" y="43053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Binance Labs</a:t>
            </a:r>
          </a:p>
        </p:txBody>
      </p:sp>
      <p:sp>
        <p:nvSpPr>
          <p:cNvPr id="39" name="Rectangle: Rounded Corners 38">
            <a:extLst>
              <a:ext uri="{FF2B5EF4-FFF2-40B4-BE49-F238E27FC236}">
                <a16:creationId xmlns:a16="http://schemas.microsoft.com/office/drawing/2014/main" id="{E0907504-F5D8-497F-95E5-38F5A1780E07}"/>
              </a:ext>
            </a:extLst>
          </p:cNvPr>
          <p:cNvSpPr/>
          <p:nvPr/>
        </p:nvSpPr>
        <p:spPr>
          <a:xfrm>
            <a:off x="2108200" y="43053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Sovereign Wealth Funds</a:t>
            </a:r>
          </a:p>
        </p:txBody>
      </p:sp>
      <p:sp>
        <p:nvSpPr>
          <p:cNvPr id="40" name="Rectangle: Rounded Corners 39">
            <a:extLst>
              <a:ext uri="{FF2B5EF4-FFF2-40B4-BE49-F238E27FC236}">
                <a16:creationId xmlns:a16="http://schemas.microsoft.com/office/drawing/2014/main" id="{F0069213-ADDC-4D81-A6A4-885750ACAE7F}"/>
              </a:ext>
            </a:extLst>
          </p:cNvPr>
          <p:cNvSpPr/>
          <p:nvPr/>
        </p:nvSpPr>
        <p:spPr>
          <a:xfrm>
            <a:off x="3302000" y="43053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Dubai Future District</a:t>
            </a:r>
          </a:p>
        </p:txBody>
      </p:sp>
      <p:sp>
        <p:nvSpPr>
          <p:cNvPr id="41" name="Rectangle: Rounded Corners 40">
            <a:extLst>
              <a:ext uri="{FF2B5EF4-FFF2-40B4-BE49-F238E27FC236}">
                <a16:creationId xmlns:a16="http://schemas.microsoft.com/office/drawing/2014/main" id="{94F45E66-EFDA-4623-99F5-6AB5FAD7DBA6}"/>
              </a:ext>
            </a:extLst>
          </p:cNvPr>
          <p:cNvSpPr/>
          <p:nvPr/>
        </p:nvSpPr>
        <p:spPr>
          <a:xfrm>
            <a:off x="4495800" y="43053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Antler</a:t>
            </a:r>
          </a:p>
        </p:txBody>
      </p:sp>
      <p:sp>
        <p:nvSpPr>
          <p:cNvPr id="42" name="Rectangle: Rounded Corners 41">
            <a:extLst>
              <a:ext uri="{FF2B5EF4-FFF2-40B4-BE49-F238E27FC236}">
                <a16:creationId xmlns:a16="http://schemas.microsoft.com/office/drawing/2014/main" id="{3459DB00-252F-4CD1-9F07-19D0B54A2DA3}"/>
              </a:ext>
            </a:extLst>
          </p:cNvPr>
          <p:cNvSpPr/>
          <p:nvPr/>
        </p:nvSpPr>
        <p:spPr>
          <a:xfrm>
            <a:off x="914400" y="45593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Sequoia Capital</a:t>
            </a:r>
          </a:p>
        </p:txBody>
      </p:sp>
      <p:sp>
        <p:nvSpPr>
          <p:cNvPr id="43" name="Rectangle: Rounded Corners 42">
            <a:extLst>
              <a:ext uri="{FF2B5EF4-FFF2-40B4-BE49-F238E27FC236}">
                <a16:creationId xmlns:a16="http://schemas.microsoft.com/office/drawing/2014/main" id="{48503821-77EE-4F50-BC32-FFFD46BBC581}"/>
              </a:ext>
            </a:extLst>
          </p:cNvPr>
          <p:cNvSpPr/>
          <p:nvPr/>
        </p:nvSpPr>
        <p:spPr>
          <a:xfrm>
            <a:off x="2108200" y="45593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SoftBank</a:t>
            </a:r>
          </a:p>
        </p:txBody>
      </p:sp>
      <p:sp>
        <p:nvSpPr>
          <p:cNvPr id="44" name="Rectangle: Rounded Corners 43">
            <a:extLst>
              <a:ext uri="{FF2B5EF4-FFF2-40B4-BE49-F238E27FC236}">
                <a16:creationId xmlns:a16="http://schemas.microsoft.com/office/drawing/2014/main" id="{6892D32E-99A8-44AF-AFF2-A30FCB41E491}"/>
              </a:ext>
            </a:extLst>
          </p:cNvPr>
          <p:cNvSpPr/>
          <p:nvPr/>
        </p:nvSpPr>
        <p:spPr>
          <a:xfrm>
            <a:off x="3302000" y="45593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MEVP</a:t>
            </a:r>
          </a:p>
        </p:txBody>
      </p:sp>
      <p:sp>
        <p:nvSpPr>
          <p:cNvPr id="45" name="Rectangle: Rounded Corners 44">
            <a:extLst>
              <a:ext uri="{FF2B5EF4-FFF2-40B4-BE49-F238E27FC236}">
                <a16:creationId xmlns:a16="http://schemas.microsoft.com/office/drawing/2014/main" id="{21213E86-23A6-47AE-BB29-04C43DD2E385}"/>
              </a:ext>
            </a:extLst>
          </p:cNvPr>
          <p:cNvSpPr/>
          <p:nvPr/>
        </p:nvSpPr>
        <p:spPr>
          <a:xfrm>
            <a:off x="4495800" y="45593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Angel Networks</a:t>
            </a:r>
          </a:p>
        </p:txBody>
      </p:sp>
      <p:sp>
        <p:nvSpPr>
          <p:cNvPr id="46" name="Rectangle: Rounded Corners 45">
            <a:extLst>
              <a:ext uri="{FF2B5EF4-FFF2-40B4-BE49-F238E27FC236}">
                <a16:creationId xmlns:a16="http://schemas.microsoft.com/office/drawing/2014/main" id="{B0CC5662-2180-4BFF-AF3C-5FBFBB529B7C}"/>
              </a:ext>
            </a:extLst>
          </p:cNvPr>
          <p:cNvSpPr/>
          <p:nvPr/>
        </p:nvSpPr>
        <p:spPr>
          <a:xfrm>
            <a:off x="914400" y="48133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HNWIs</a:t>
            </a:r>
          </a:p>
        </p:txBody>
      </p:sp>
      <p:sp>
        <p:nvSpPr>
          <p:cNvPr id="47" name="Rectangle: Rounded Corners 46">
            <a:extLst>
              <a:ext uri="{FF2B5EF4-FFF2-40B4-BE49-F238E27FC236}">
                <a16:creationId xmlns:a16="http://schemas.microsoft.com/office/drawing/2014/main" id="{ABE15253-9765-4548-8FED-4106BEA1AE9F}"/>
              </a:ext>
            </a:extLst>
          </p:cNvPr>
          <p:cNvSpPr/>
          <p:nvPr/>
        </p:nvSpPr>
        <p:spPr>
          <a:xfrm>
            <a:off x="6400800" y="43053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Bloomberg</a:t>
            </a:r>
          </a:p>
        </p:txBody>
      </p:sp>
      <p:sp>
        <p:nvSpPr>
          <p:cNvPr id="48" name="Rectangle: Rounded Corners 47">
            <a:extLst>
              <a:ext uri="{FF2B5EF4-FFF2-40B4-BE49-F238E27FC236}">
                <a16:creationId xmlns:a16="http://schemas.microsoft.com/office/drawing/2014/main" id="{BAFB835E-C6B1-4AC8-8B5F-6A4112395EE6}"/>
              </a:ext>
            </a:extLst>
          </p:cNvPr>
          <p:cNvSpPr/>
          <p:nvPr/>
        </p:nvSpPr>
        <p:spPr>
          <a:xfrm>
            <a:off x="7594600" y="43053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Forbes ME</a:t>
            </a:r>
          </a:p>
        </p:txBody>
      </p:sp>
      <p:sp>
        <p:nvSpPr>
          <p:cNvPr id="49" name="Rectangle: Rounded Corners 48">
            <a:extLst>
              <a:ext uri="{FF2B5EF4-FFF2-40B4-BE49-F238E27FC236}">
                <a16:creationId xmlns:a16="http://schemas.microsoft.com/office/drawing/2014/main" id="{E7FBC08D-3695-42E7-AF62-9CFC7435BCBF}"/>
              </a:ext>
            </a:extLst>
          </p:cNvPr>
          <p:cNvSpPr/>
          <p:nvPr/>
        </p:nvSpPr>
        <p:spPr>
          <a:xfrm>
            <a:off x="8788400" y="43053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MIT Tech Review</a:t>
            </a:r>
          </a:p>
        </p:txBody>
      </p:sp>
      <p:sp>
        <p:nvSpPr>
          <p:cNvPr id="50" name="Rectangle: Rounded Corners 49">
            <a:extLst>
              <a:ext uri="{FF2B5EF4-FFF2-40B4-BE49-F238E27FC236}">
                <a16:creationId xmlns:a16="http://schemas.microsoft.com/office/drawing/2014/main" id="{43759ACB-7873-40B4-AEC7-3D522EFF7F82}"/>
              </a:ext>
            </a:extLst>
          </p:cNvPr>
          <p:cNvSpPr/>
          <p:nvPr/>
        </p:nvSpPr>
        <p:spPr>
          <a:xfrm>
            <a:off x="9982200" y="43053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Coindesk</a:t>
            </a:r>
          </a:p>
        </p:txBody>
      </p:sp>
      <p:sp>
        <p:nvSpPr>
          <p:cNvPr id="51" name="Rectangle: Rounded Corners 50">
            <a:extLst>
              <a:ext uri="{FF2B5EF4-FFF2-40B4-BE49-F238E27FC236}">
                <a16:creationId xmlns:a16="http://schemas.microsoft.com/office/drawing/2014/main" id="{4745B147-0552-4244-A195-94E900C4F628}"/>
              </a:ext>
            </a:extLst>
          </p:cNvPr>
          <p:cNvSpPr/>
          <p:nvPr/>
        </p:nvSpPr>
        <p:spPr>
          <a:xfrm>
            <a:off x="6400800" y="45593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Fintech Association</a:t>
            </a:r>
          </a:p>
        </p:txBody>
      </p:sp>
      <p:sp>
        <p:nvSpPr>
          <p:cNvPr id="52" name="Rectangle: Rounded Corners 51">
            <a:extLst>
              <a:ext uri="{FF2B5EF4-FFF2-40B4-BE49-F238E27FC236}">
                <a16:creationId xmlns:a16="http://schemas.microsoft.com/office/drawing/2014/main" id="{A4928530-D26A-4DCF-A179-D6F224196555}"/>
              </a:ext>
            </a:extLst>
          </p:cNvPr>
          <p:cNvSpPr/>
          <p:nvPr/>
        </p:nvSpPr>
        <p:spPr>
          <a:xfrm>
            <a:off x="7594600" y="45593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CNBC Arabia</a:t>
            </a:r>
          </a:p>
        </p:txBody>
      </p:sp>
      <p:sp>
        <p:nvSpPr>
          <p:cNvPr id="53" name="Rectangle: Rounded Corners 52">
            <a:extLst>
              <a:ext uri="{FF2B5EF4-FFF2-40B4-BE49-F238E27FC236}">
                <a16:creationId xmlns:a16="http://schemas.microsoft.com/office/drawing/2014/main" id="{F5718A67-060A-4B9D-A239-D16C92121B2B}"/>
              </a:ext>
            </a:extLst>
          </p:cNvPr>
          <p:cNvSpPr/>
          <p:nvPr/>
        </p:nvSpPr>
        <p:spPr>
          <a:xfrm>
            <a:off x="8788400" y="45593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Global Blockchain Council</a:t>
            </a:r>
          </a:p>
        </p:txBody>
      </p:sp>
      <p:sp>
        <p:nvSpPr>
          <p:cNvPr id="54" name="Rectangle: Rounded Corners 53">
            <a:extLst>
              <a:ext uri="{FF2B5EF4-FFF2-40B4-BE49-F238E27FC236}">
                <a16:creationId xmlns:a16="http://schemas.microsoft.com/office/drawing/2014/main" id="{B1E9A645-3330-4106-9CC1-1EA24AF53C11}"/>
              </a:ext>
            </a:extLst>
          </p:cNvPr>
          <p:cNvSpPr/>
          <p:nvPr/>
        </p:nvSpPr>
        <p:spPr>
          <a:xfrm>
            <a:off x="9982200" y="45593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Futurists Board</a:t>
            </a:r>
          </a:p>
        </p:txBody>
      </p:sp>
      <p:sp>
        <p:nvSpPr>
          <p:cNvPr id="55" name="Rectangle: Rounded Corners 54">
            <a:extLst>
              <a:ext uri="{FF2B5EF4-FFF2-40B4-BE49-F238E27FC236}">
                <a16:creationId xmlns:a16="http://schemas.microsoft.com/office/drawing/2014/main" id="{9F4C2A43-A377-4C3B-96DF-75BB778CDE92}"/>
              </a:ext>
            </a:extLst>
          </p:cNvPr>
          <p:cNvSpPr/>
          <p:nvPr/>
        </p:nvSpPr>
        <p:spPr>
          <a:xfrm>
            <a:off x="6400800" y="4813300"/>
            <a:ext cx="1117600" cy="190500"/>
          </a:xfrm>
          <a:prstGeom prst="roundRect">
            <a:avLst/>
          </a:prstGeom>
          <a:solidFill>
            <a:srgbClr val="EEF6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25400" tIns="12700" rIns="25400" bIns="12700" rtlCol="0" anchor="ctr"/>
          <a:lstStyle/>
          <a:p>
            <a:pPr algn="ctr"/>
            <a:r>
              <a:rPr lang="en-IN" sz="700" b="1">
                <a:solidFill>
                  <a:srgbClr val="004B4E"/>
                </a:solidFill>
                <a:latin typeface="Manrope" pitchFamily="2" charset="0"/>
              </a:rPr>
              <a:t>Wired 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1E23"/>
        </a:solidFill>
        <a:effectLst/>
      </p:bgPr>
    </p:bg>
    <p:spTree>
      <p:nvGrpSpPr>
        <p:cNvPr id="1" name=""/>
        <p:cNvGrpSpPr/>
        <p:nvPr/>
      </p:nvGrpSpPr>
      <p:grpSpPr>
        <a:xfrm>
          <a:off x="0" y="0"/>
          <a:ext cx="0" cy="0"/>
          <a:chOff x="0" y="0"/>
          <a:chExt cx="0" cy="0"/>
        </a:xfrm>
      </p:grpSpPr>
      <p:sp>
        <p:nvSpPr>
          <p:cNvPr id="101" name="Oval 100">
            <a:extLst>
              <a:ext uri="{FF2B5EF4-FFF2-40B4-BE49-F238E27FC236}">
                <a16:creationId xmlns:a16="http://schemas.microsoft.com/office/drawing/2014/main" id="{81BE5AB2-E2B4-4EEF-9246-84E6DDA7A89E}"/>
              </a:ext>
            </a:extLst>
          </p:cNvPr>
          <p:cNvSpPr/>
          <p:nvPr/>
        </p:nvSpPr>
        <p:spPr>
          <a:xfrm>
            <a:off x="-53975" y="223202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0" name="Oval 99">
            <a:extLst>
              <a:ext uri="{FF2B5EF4-FFF2-40B4-BE49-F238E27FC236}">
                <a16:creationId xmlns:a16="http://schemas.microsoft.com/office/drawing/2014/main" id="{A5DE6C41-2DBD-4EA3-9A56-E70DE3562C05}"/>
              </a:ext>
            </a:extLst>
          </p:cNvPr>
          <p:cNvSpPr/>
          <p:nvPr/>
        </p:nvSpPr>
        <p:spPr>
          <a:xfrm>
            <a:off x="201976" y="221765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A79D8787-299F-4771-9E29-679BABCA7B9A}"/>
              </a:ext>
            </a:extLst>
          </p:cNvPr>
          <p:cNvSpPr/>
          <p:nvPr/>
        </p:nvSpPr>
        <p:spPr>
          <a:xfrm>
            <a:off x="454708" y="217471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8" name="Oval 97">
            <a:extLst>
              <a:ext uri="{FF2B5EF4-FFF2-40B4-BE49-F238E27FC236}">
                <a16:creationId xmlns:a16="http://schemas.microsoft.com/office/drawing/2014/main" id="{13FE7240-AFCC-4CFB-A154-D802586286EC}"/>
              </a:ext>
            </a:extLst>
          </p:cNvPr>
          <p:cNvSpPr/>
          <p:nvPr/>
        </p:nvSpPr>
        <p:spPr>
          <a:xfrm>
            <a:off x="701043" y="210374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7" name="Oval 96">
            <a:extLst>
              <a:ext uri="{FF2B5EF4-FFF2-40B4-BE49-F238E27FC236}">
                <a16:creationId xmlns:a16="http://schemas.microsoft.com/office/drawing/2014/main" id="{9432151E-34F0-4339-AE97-ECA34D2F816E}"/>
              </a:ext>
            </a:extLst>
          </p:cNvPr>
          <p:cNvSpPr/>
          <p:nvPr/>
        </p:nvSpPr>
        <p:spPr>
          <a:xfrm>
            <a:off x="937883" y="200564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6" name="Oval 95">
            <a:extLst>
              <a:ext uri="{FF2B5EF4-FFF2-40B4-BE49-F238E27FC236}">
                <a16:creationId xmlns:a16="http://schemas.microsoft.com/office/drawing/2014/main" id="{8DC4287C-2F3B-4353-A9B3-84AE4AAC56EC}"/>
              </a:ext>
            </a:extLst>
          </p:cNvPr>
          <p:cNvSpPr/>
          <p:nvPr/>
        </p:nvSpPr>
        <p:spPr>
          <a:xfrm>
            <a:off x="1162250" y="1881637"/>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5" name="Oval 94">
            <a:extLst>
              <a:ext uri="{FF2B5EF4-FFF2-40B4-BE49-F238E27FC236}">
                <a16:creationId xmlns:a16="http://schemas.microsoft.com/office/drawing/2014/main" id="{1A892255-F4A4-4ABC-8678-5B4932A5203C}"/>
              </a:ext>
            </a:extLst>
          </p:cNvPr>
          <p:cNvSpPr/>
          <p:nvPr/>
        </p:nvSpPr>
        <p:spPr>
          <a:xfrm>
            <a:off x="1371323" y="173329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4" name="Oval 93">
            <a:extLst>
              <a:ext uri="{FF2B5EF4-FFF2-40B4-BE49-F238E27FC236}">
                <a16:creationId xmlns:a16="http://schemas.microsoft.com/office/drawing/2014/main" id="{75126F63-232D-4195-AE5F-10063B5F96DF}"/>
              </a:ext>
            </a:extLst>
          </p:cNvPr>
          <p:cNvSpPr/>
          <p:nvPr/>
        </p:nvSpPr>
        <p:spPr>
          <a:xfrm>
            <a:off x="1562471" y="156247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3" name="Oval 92">
            <a:extLst>
              <a:ext uri="{FF2B5EF4-FFF2-40B4-BE49-F238E27FC236}">
                <a16:creationId xmlns:a16="http://schemas.microsoft.com/office/drawing/2014/main" id="{15C0E03B-4104-413C-AFFC-51E4CB3EDE56}"/>
              </a:ext>
            </a:extLst>
          </p:cNvPr>
          <p:cNvSpPr/>
          <p:nvPr/>
        </p:nvSpPr>
        <p:spPr>
          <a:xfrm>
            <a:off x="1733292" y="137132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2" name="Oval 91">
            <a:extLst>
              <a:ext uri="{FF2B5EF4-FFF2-40B4-BE49-F238E27FC236}">
                <a16:creationId xmlns:a16="http://schemas.microsoft.com/office/drawing/2014/main" id="{A9500A44-D661-4914-A096-8537123C48BD}"/>
              </a:ext>
            </a:extLst>
          </p:cNvPr>
          <p:cNvSpPr/>
          <p:nvPr/>
        </p:nvSpPr>
        <p:spPr>
          <a:xfrm>
            <a:off x="1881637" y="116225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1" name="Oval 90">
            <a:extLst>
              <a:ext uri="{FF2B5EF4-FFF2-40B4-BE49-F238E27FC236}">
                <a16:creationId xmlns:a16="http://schemas.microsoft.com/office/drawing/2014/main" id="{740C39C0-E225-4BC6-80E1-14AAF4BA5D82}"/>
              </a:ext>
            </a:extLst>
          </p:cNvPr>
          <p:cNvSpPr/>
          <p:nvPr/>
        </p:nvSpPr>
        <p:spPr>
          <a:xfrm>
            <a:off x="2005640" y="93788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0" name="Oval 89">
            <a:extLst>
              <a:ext uri="{FF2B5EF4-FFF2-40B4-BE49-F238E27FC236}">
                <a16:creationId xmlns:a16="http://schemas.microsoft.com/office/drawing/2014/main" id="{CD9FAB21-5073-4607-9B34-99A4B2233A85}"/>
              </a:ext>
            </a:extLst>
          </p:cNvPr>
          <p:cNvSpPr/>
          <p:nvPr/>
        </p:nvSpPr>
        <p:spPr>
          <a:xfrm>
            <a:off x="2103742" y="70104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9" name="Oval 88">
            <a:extLst>
              <a:ext uri="{FF2B5EF4-FFF2-40B4-BE49-F238E27FC236}">
                <a16:creationId xmlns:a16="http://schemas.microsoft.com/office/drawing/2014/main" id="{AF1D570C-738D-4E32-A92D-53294D34B27F}"/>
              </a:ext>
            </a:extLst>
          </p:cNvPr>
          <p:cNvSpPr/>
          <p:nvPr/>
        </p:nvSpPr>
        <p:spPr>
          <a:xfrm>
            <a:off x="2174710" y="454708"/>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8" name="Oval 87">
            <a:extLst>
              <a:ext uri="{FF2B5EF4-FFF2-40B4-BE49-F238E27FC236}">
                <a16:creationId xmlns:a16="http://schemas.microsoft.com/office/drawing/2014/main" id="{AA10AB54-4F70-4F05-B08A-9E741FC5B972}"/>
              </a:ext>
            </a:extLst>
          </p:cNvPr>
          <p:cNvSpPr/>
          <p:nvPr/>
        </p:nvSpPr>
        <p:spPr>
          <a:xfrm>
            <a:off x="2217651" y="201976"/>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7" name="Oval 86">
            <a:extLst>
              <a:ext uri="{FF2B5EF4-FFF2-40B4-BE49-F238E27FC236}">
                <a16:creationId xmlns:a16="http://schemas.microsoft.com/office/drawing/2014/main" id="{C39A1441-6A08-49AE-B02B-65A762417D6E}"/>
              </a:ext>
            </a:extLst>
          </p:cNvPr>
          <p:cNvSpPr/>
          <p:nvPr/>
        </p:nvSpPr>
        <p:spPr>
          <a:xfrm>
            <a:off x="2232025" y="-5397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6" name="Oval 85">
            <a:extLst>
              <a:ext uri="{FF2B5EF4-FFF2-40B4-BE49-F238E27FC236}">
                <a16:creationId xmlns:a16="http://schemas.microsoft.com/office/drawing/2014/main" id="{44404A19-BC90-4263-8C60-1951E3E79906}"/>
              </a:ext>
            </a:extLst>
          </p:cNvPr>
          <p:cNvSpPr/>
          <p:nvPr/>
        </p:nvSpPr>
        <p:spPr>
          <a:xfrm>
            <a:off x="-44450" y="17970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5" name="Oval 84">
            <a:extLst>
              <a:ext uri="{FF2B5EF4-FFF2-40B4-BE49-F238E27FC236}">
                <a16:creationId xmlns:a16="http://schemas.microsoft.com/office/drawing/2014/main" id="{B3FF7C36-C7D6-4D8B-86B8-F5F0DACAD0E2}"/>
              </a:ext>
            </a:extLst>
          </p:cNvPr>
          <p:cNvSpPr/>
          <p:nvPr/>
        </p:nvSpPr>
        <p:spPr>
          <a:xfrm>
            <a:off x="217623" y="177830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4" name="Oval 83">
            <a:extLst>
              <a:ext uri="{FF2B5EF4-FFF2-40B4-BE49-F238E27FC236}">
                <a16:creationId xmlns:a16="http://schemas.microsoft.com/office/drawing/2014/main" id="{E0C95AC3-5FC1-41EF-A266-9A1FE3E043B9}"/>
              </a:ext>
            </a:extLst>
          </p:cNvPr>
          <p:cNvSpPr/>
          <p:nvPr/>
        </p:nvSpPr>
        <p:spPr>
          <a:xfrm>
            <a:off x="474360" y="172245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F26F1DF3-4EE3-4D4B-B765-2779FEE3B011}"/>
              </a:ext>
            </a:extLst>
          </p:cNvPr>
          <p:cNvSpPr/>
          <p:nvPr/>
        </p:nvSpPr>
        <p:spPr>
          <a:xfrm>
            <a:off x="720537" y="16306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2" name="Oval 81">
            <a:extLst>
              <a:ext uri="{FF2B5EF4-FFF2-40B4-BE49-F238E27FC236}">
                <a16:creationId xmlns:a16="http://schemas.microsoft.com/office/drawing/2014/main" id="{5F146DAE-8AA7-4BD5-8685-6393EF35E22A}"/>
              </a:ext>
            </a:extLst>
          </p:cNvPr>
          <p:cNvSpPr/>
          <p:nvPr/>
        </p:nvSpPr>
        <p:spPr>
          <a:xfrm>
            <a:off x="951140" y="1504718"/>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69C9EE8B-1D3A-4B8C-9227-2504A5DEF5C1}"/>
              </a:ext>
            </a:extLst>
          </p:cNvPr>
          <p:cNvSpPr/>
          <p:nvPr/>
        </p:nvSpPr>
        <p:spPr>
          <a:xfrm>
            <a:off x="1161476" y="134726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2015DDB3-D733-4D9E-9B3B-8B47FD4F506B}"/>
              </a:ext>
            </a:extLst>
          </p:cNvPr>
          <p:cNvSpPr/>
          <p:nvPr/>
        </p:nvSpPr>
        <p:spPr>
          <a:xfrm>
            <a:off x="1347263" y="116147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9" name="Oval 78">
            <a:extLst>
              <a:ext uri="{FF2B5EF4-FFF2-40B4-BE49-F238E27FC236}">
                <a16:creationId xmlns:a16="http://schemas.microsoft.com/office/drawing/2014/main" id="{9EFBF3E8-C155-400E-A342-56DED7CDFDFF}"/>
              </a:ext>
            </a:extLst>
          </p:cNvPr>
          <p:cNvSpPr/>
          <p:nvPr/>
        </p:nvSpPr>
        <p:spPr>
          <a:xfrm>
            <a:off x="1504718" y="95114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863F7ACB-B80F-47D2-8062-B1522E68AE66}"/>
              </a:ext>
            </a:extLst>
          </p:cNvPr>
          <p:cNvSpPr/>
          <p:nvPr/>
        </p:nvSpPr>
        <p:spPr>
          <a:xfrm>
            <a:off x="1630637" y="7205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DB57841A-9042-46C5-AFF5-4EF188DDB38F}"/>
              </a:ext>
            </a:extLst>
          </p:cNvPr>
          <p:cNvSpPr/>
          <p:nvPr/>
        </p:nvSpPr>
        <p:spPr>
          <a:xfrm>
            <a:off x="1722456" y="47436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E867DB3A-A047-45EC-91A5-AB8DE3B0FB06}"/>
              </a:ext>
            </a:extLst>
          </p:cNvPr>
          <p:cNvSpPr/>
          <p:nvPr/>
        </p:nvSpPr>
        <p:spPr>
          <a:xfrm>
            <a:off x="1778306" y="21762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5" name="Oval 74">
            <a:extLst>
              <a:ext uri="{FF2B5EF4-FFF2-40B4-BE49-F238E27FC236}">
                <a16:creationId xmlns:a16="http://schemas.microsoft.com/office/drawing/2014/main" id="{9E47D971-341D-4AA7-B32A-8C07B634BE0A}"/>
              </a:ext>
            </a:extLst>
          </p:cNvPr>
          <p:cNvSpPr/>
          <p:nvPr/>
        </p:nvSpPr>
        <p:spPr>
          <a:xfrm>
            <a:off x="1797050" y="-444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4" name="Oval 73">
            <a:extLst>
              <a:ext uri="{FF2B5EF4-FFF2-40B4-BE49-F238E27FC236}">
                <a16:creationId xmlns:a16="http://schemas.microsoft.com/office/drawing/2014/main" id="{A6B28402-9FFC-4791-800D-60CD8B9C31D9}"/>
              </a:ext>
            </a:extLst>
          </p:cNvPr>
          <p:cNvSpPr/>
          <p:nvPr/>
        </p:nvSpPr>
        <p:spPr>
          <a:xfrm>
            <a:off x="-34925" y="136207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3" name="Oval 72">
            <a:extLst>
              <a:ext uri="{FF2B5EF4-FFF2-40B4-BE49-F238E27FC236}">
                <a16:creationId xmlns:a16="http://schemas.microsoft.com/office/drawing/2014/main" id="{5B774A76-B3F9-4025-ADC1-2DB17ACC3DBE}"/>
              </a:ext>
            </a:extLst>
          </p:cNvPr>
          <p:cNvSpPr/>
          <p:nvPr/>
        </p:nvSpPr>
        <p:spPr>
          <a:xfrm>
            <a:off x="237616" y="1335232"/>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2" name="Oval 71">
            <a:extLst>
              <a:ext uri="{FF2B5EF4-FFF2-40B4-BE49-F238E27FC236}">
                <a16:creationId xmlns:a16="http://schemas.microsoft.com/office/drawing/2014/main" id="{92501E9A-C357-456A-B446-D8E87392EA84}"/>
              </a:ext>
            </a:extLst>
          </p:cNvPr>
          <p:cNvSpPr/>
          <p:nvPr/>
        </p:nvSpPr>
        <p:spPr>
          <a:xfrm>
            <a:off x="499684" y="125573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1" name="Oval 70">
            <a:extLst>
              <a:ext uri="{FF2B5EF4-FFF2-40B4-BE49-F238E27FC236}">
                <a16:creationId xmlns:a16="http://schemas.microsoft.com/office/drawing/2014/main" id="{02223C1A-9309-4166-8DFB-A7B688FDE0BD}"/>
              </a:ext>
            </a:extLst>
          </p:cNvPr>
          <p:cNvSpPr/>
          <p:nvPr/>
        </p:nvSpPr>
        <p:spPr>
          <a:xfrm>
            <a:off x="741207" y="1126638"/>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73EF45A3-68A2-4123-8F37-0633EFD6EA15}"/>
              </a:ext>
            </a:extLst>
          </p:cNvPr>
          <p:cNvSpPr/>
          <p:nvPr/>
        </p:nvSpPr>
        <p:spPr>
          <a:xfrm>
            <a:off x="952903" y="952903"/>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9" name="Oval 68">
            <a:extLst>
              <a:ext uri="{FF2B5EF4-FFF2-40B4-BE49-F238E27FC236}">
                <a16:creationId xmlns:a16="http://schemas.microsoft.com/office/drawing/2014/main" id="{BA11A323-DA4D-4E40-8C0C-A6D8E62CFBD7}"/>
              </a:ext>
            </a:extLst>
          </p:cNvPr>
          <p:cNvSpPr/>
          <p:nvPr/>
        </p:nvSpPr>
        <p:spPr>
          <a:xfrm>
            <a:off x="1126638" y="741207"/>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8" name="Oval 67">
            <a:extLst>
              <a:ext uri="{FF2B5EF4-FFF2-40B4-BE49-F238E27FC236}">
                <a16:creationId xmlns:a16="http://schemas.microsoft.com/office/drawing/2014/main" id="{1EA2A9EA-FCBD-4A0A-93BC-13B913E295BD}"/>
              </a:ext>
            </a:extLst>
          </p:cNvPr>
          <p:cNvSpPr/>
          <p:nvPr/>
        </p:nvSpPr>
        <p:spPr>
          <a:xfrm>
            <a:off x="1255735" y="499684"/>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19FDB253-993F-4683-A6B5-AEE037837F55}"/>
              </a:ext>
            </a:extLst>
          </p:cNvPr>
          <p:cNvSpPr/>
          <p:nvPr/>
        </p:nvSpPr>
        <p:spPr>
          <a:xfrm>
            <a:off x="1335232" y="237616"/>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BDB2E3C9-1201-4981-8478-0346FA1E8DEF}"/>
              </a:ext>
            </a:extLst>
          </p:cNvPr>
          <p:cNvSpPr/>
          <p:nvPr/>
        </p:nvSpPr>
        <p:spPr>
          <a:xfrm>
            <a:off x="1362075" y="-3492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58E559C3-1E74-4F01-88E2-CFFC4EF1A31B}"/>
              </a:ext>
            </a:extLst>
          </p:cNvPr>
          <p:cNvSpPr/>
          <p:nvPr/>
        </p:nvSpPr>
        <p:spPr>
          <a:xfrm>
            <a:off x="-25400" y="9271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A81DDD34-B0B7-4481-B3FC-BD23872D9FA7}"/>
              </a:ext>
            </a:extLst>
          </p:cNvPr>
          <p:cNvSpPr/>
          <p:nvPr/>
        </p:nvSpPr>
        <p:spPr>
          <a:xfrm>
            <a:off x="268939" y="880481"/>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B4EDD058-1CE3-469E-9381-513A77ED31AF}"/>
              </a:ext>
            </a:extLst>
          </p:cNvPr>
          <p:cNvSpPr/>
          <p:nvPr/>
        </p:nvSpPr>
        <p:spPr>
          <a:xfrm>
            <a:off x="534465" y="74518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C0360E4A-E153-4EBF-A40D-7713A1583A85}"/>
              </a:ext>
            </a:extLst>
          </p:cNvPr>
          <p:cNvSpPr/>
          <p:nvPr/>
        </p:nvSpPr>
        <p:spPr>
          <a:xfrm>
            <a:off x="745189" y="534465"/>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0836A0D9-FFCF-4AEA-ACBC-B555512AECCD}"/>
              </a:ext>
            </a:extLst>
          </p:cNvPr>
          <p:cNvSpPr/>
          <p:nvPr/>
        </p:nvSpPr>
        <p:spPr>
          <a:xfrm>
            <a:off x="880481" y="26893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0" name="Oval 59">
            <a:extLst>
              <a:ext uri="{FF2B5EF4-FFF2-40B4-BE49-F238E27FC236}">
                <a16:creationId xmlns:a16="http://schemas.microsoft.com/office/drawing/2014/main" id="{D6C662CA-430E-42CB-9113-F7E77FB6E90E}"/>
              </a:ext>
            </a:extLst>
          </p:cNvPr>
          <p:cNvSpPr/>
          <p:nvPr/>
        </p:nvSpPr>
        <p:spPr>
          <a:xfrm>
            <a:off x="927100" y="-254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76AE70C2-A32E-4F9E-B9DF-A891D38401DB}"/>
              </a:ext>
            </a:extLst>
          </p:cNvPr>
          <p:cNvSpPr/>
          <p:nvPr/>
        </p:nvSpPr>
        <p:spPr>
          <a:xfrm>
            <a:off x="-15875" y="49212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8" name="Oval 57">
            <a:extLst>
              <a:ext uri="{FF2B5EF4-FFF2-40B4-BE49-F238E27FC236}">
                <a16:creationId xmlns:a16="http://schemas.microsoft.com/office/drawing/2014/main" id="{A150B790-7330-4FB7-A052-FC70DC6CF628}"/>
              </a:ext>
            </a:extLst>
          </p:cNvPr>
          <p:cNvSpPr/>
          <p:nvPr/>
        </p:nvSpPr>
        <p:spPr>
          <a:xfrm>
            <a:off x="343335" y="34333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7" name="Oval 56">
            <a:extLst>
              <a:ext uri="{FF2B5EF4-FFF2-40B4-BE49-F238E27FC236}">
                <a16:creationId xmlns:a16="http://schemas.microsoft.com/office/drawing/2014/main" id="{8CBA8670-FE9C-4DED-91A8-01E3F28ED713}"/>
              </a:ext>
            </a:extLst>
          </p:cNvPr>
          <p:cNvSpPr/>
          <p:nvPr/>
        </p:nvSpPr>
        <p:spPr>
          <a:xfrm>
            <a:off x="492125" y="-1587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032A4AA0-8A11-445A-8FAB-58A04413D19C}"/>
              </a:ext>
            </a:extLst>
          </p:cNvPr>
          <p:cNvSpPr/>
          <p:nvPr/>
        </p:nvSpPr>
        <p:spPr>
          <a:xfrm>
            <a:off x="12138025" y="4518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5" name="Oval 54">
            <a:extLst>
              <a:ext uri="{FF2B5EF4-FFF2-40B4-BE49-F238E27FC236}">
                <a16:creationId xmlns:a16="http://schemas.microsoft.com/office/drawing/2014/main" id="{4B1FF03C-F3CB-48E4-9F89-1C9EC2F189EE}"/>
              </a:ext>
            </a:extLst>
          </p:cNvPr>
          <p:cNvSpPr/>
          <p:nvPr/>
        </p:nvSpPr>
        <p:spPr>
          <a:xfrm>
            <a:off x="11882074" y="453239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4" name="Oval 53">
            <a:extLst>
              <a:ext uri="{FF2B5EF4-FFF2-40B4-BE49-F238E27FC236}">
                <a16:creationId xmlns:a16="http://schemas.microsoft.com/office/drawing/2014/main" id="{23ED7C6A-EAA8-4141-B5E4-055BA714A348}"/>
              </a:ext>
            </a:extLst>
          </p:cNvPr>
          <p:cNvSpPr/>
          <p:nvPr/>
        </p:nvSpPr>
        <p:spPr>
          <a:xfrm>
            <a:off x="11629342" y="457534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D01FFE7D-3243-4E66-BED4-6A85A5221489}"/>
              </a:ext>
            </a:extLst>
          </p:cNvPr>
          <p:cNvSpPr/>
          <p:nvPr/>
        </p:nvSpPr>
        <p:spPr>
          <a:xfrm>
            <a:off x="11383007" y="464630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AA82108A-574D-4D9F-B858-19B236ECAF84}"/>
              </a:ext>
            </a:extLst>
          </p:cNvPr>
          <p:cNvSpPr/>
          <p:nvPr/>
        </p:nvSpPr>
        <p:spPr>
          <a:xfrm>
            <a:off x="11146167" y="474441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8020096F-684A-493A-9A1C-7E525407128A}"/>
              </a:ext>
            </a:extLst>
          </p:cNvPr>
          <p:cNvSpPr/>
          <p:nvPr/>
        </p:nvSpPr>
        <p:spPr>
          <a:xfrm>
            <a:off x="10921800" y="4868413"/>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E51B4AF4-43C3-4975-AC54-7853BD4CA17B}"/>
              </a:ext>
            </a:extLst>
          </p:cNvPr>
          <p:cNvSpPr/>
          <p:nvPr/>
        </p:nvSpPr>
        <p:spPr>
          <a:xfrm>
            <a:off x="10712728" y="501675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F8C6FF41-3B38-4F0E-A2DD-3A770F2DFEAE}"/>
              </a:ext>
            </a:extLst>
          </p:cNvPr>
          <p:cNvSpPr/>
          <p:nvPr/>
        </p:nvSpPr>
        <p:spPr>
          <a:xfrm>
            <a:off x="10521579" y="518757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2CE25D2D-E5A0-4359-9630-D1A63A1EBB9E}"/>
              </a:ext>
            </a:extLst>
          </p:cNvPr>
          <p:cNvSpPr/>
          <p:nvPr/>
        </p:nvSpPr>
        <p:spPr>
          <a:xfrm>
            <a:off x="10350758" y="537872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6B501489-634B-4FD9-84B4-1AB084D2785B}"/>
              </a:ext>
            </a:extLst>
          </p:cNvPr>
          <p:cNvSpPr/>
          <p:nvPr/>
        </p:nvSpPr>
        <p:spPr>
          <a:xfrm>
            <a:off x="10202414" y="558780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B1ADC83C-F0AF-4901-8809-A76687AB0C56}"/>
              </a:ext>
            </a:extLst>
          </p:cNvPr>
          <p:cNvSpPr/>
          <p:nvPr/>
        </p:nvSpPr>
        <p:spPr>
          <a:xfrm>
            <a:off x="10078410" y="581216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0EC8238A-9836-4561-9FF4-7256915AE938}"/>
              </a:ext>
            </a:extLst>
          </p:cNvPr>
          <p:cNvSpPr/>
          <p:nvPr/>
        </p:nvSpPr>
        <p:spPr>
          <a:xfrm>
            <a:off x="9980308" y="604900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0555C4E3-848B-4D63-9271-F3EB099CEEF7}"/>
              </a:ext>
            </a:extLst>
          </p:cNvPr>
          <p:cNvSpPr/>
          <p:nvPr/>
        </p:nvSpPr>
        <p:spPr>
          <a:xfrm>
            <a:off x="9909340" y="6295342"/>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E82A6723-42D2-4034-9AD6-08E8282F2CC1}"/>
              </a:ext>
            </a:extLst>
          </p:cNvPr>
          <p:cNvSpPr/>
          <p:nvPr/>
        </p:nvSpPr>
        <p:spPr>
          <a:xfrm>
            <a:off x="9866399" y="6548074"/>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72B524B1-0796-4FCE-936D-CB3AF95E7F32}"/>
              </a:ext>
            </a:extLst>
          </p:cNvPr>
          <p:cNvSpPr/>
          <p:nvPr/>
        </p:nvSpPr>
        <p:spPr>
          <a:xfrm>
            <a:off x="9852025" y="6804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FD8D6E9C-FBEB-4113-8181-A6567B51A5FC}"/>
              </a:ext>
            </a:extLst>
          </p:cNvPr>
          <p:cNvSpPr/>
          <p:nvPr/>
        </p:nvSpPr>
        <p:spPr>
          <a:xfrm>
            <a:off x="12147550" y="49720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6FE0E7FB-04D4-4FFB-B8CC-6C07250A5360}"/>
              </a:ext>
            </a:extLst>
          </p:cNvPr>
          <p:cNvSpPr/>
          <p:nvPr/>
        </p:nvSpPr>
        <p:spPr>
          <a:xfrm>
            <a:off x="11885477" y="499079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AFCED240-883D-4A28-BF31-601E57BD1F45}"/>
              </a:ext>
            </a:extLst>
          </p:cNvPr>
          <p:cNvSpPr/>
          <p:nvPr/>
        </p:nvSpPr>
        <p:spPr>
          <a:xfrm>
            <a:off x="11628740" y="504664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F17BEEE8-33DC-42BA-BBD5-871D4A3174BC}"/>
              </a:ext>
            </a:extLst>
          </p:cNvPr>
          <p:cNvSpPr/>
          <p:nvPr/>
        </p:nvSpPr>
        <p:spPr>
          <a:xfrm>
            <a:off x="11382563" y="51384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054A06C1-DC3A-4513-88FB-DB8A9FAC30C2}"/>
              </a:ext>
            </a:extLst>
          </p:cNvPr>
          <p:cNvSpPr/>
          <p:nvPr/>
        </p:nvSpPr>
        <p:spPr>
          <a:xfrm>
            <a:off x="11151960" y="5264382"/>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A17F3145-E291-4722-858F-5A2036C151A8}"/>
              </a:ext>
            </a:extLst>
          </p:cNvPr>
          <p:cNvSpPr/>
          <p:nvPr/>
        </p:nvSpPr>
        <p:spPr>
          <a:xfrm>
            <a:off x="10941624" y="542183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99CD1AB5-423A-4D18-81D1-757B3B03675B}"/>
              </a:ext>
            </a:extLst>
          </p:cNvPr>
          <p:cNvSpPr/>
          <p:nvPr/>
        </p:nvSpPr>
        <p:spPr>
          <a:xfrm>
            <a:off x="10755837" y="560762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9FEBA509-07CE-4FED-AD10-F307251EAD86}"/>
              </a:ext>
            </a:extLst>
          </p:cNvPr>
          <p:cNvSpPr/>
          <p:nvPr/>
        </p:nvSpPr>
        <p:spPr>
          <a:xfrm>
            <a:off x="10598382" y="581796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B09E5ACC-A85E-42E9-A3BE-6EB412E4014E}"/>
              </a:ext>
            </a:extLst>
          </p:cNvPr>
          <p:cNvSpPr/>
          <p:nvPr/>
        </p:nvSpPr>
        <p:spPr>
          <a:xfrm>
            <a:off x="10472462" y="60485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842620E8-8999-433A-8C28-748B13FF3E5E}"/>
              </a:ext>
            </a:extLst>
          </p:cNvPr>
          <p:cNvSpPr/>
          <p:nvPr/>
        </p:nvSpPr>
        <p:spPr>
          <a:xfrm>
            <a:off x="10380644" y="6294739"/>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E6244769-AB6D-427E-BCC9-069F5B626945}"/>
              </a:ext>
            </a:extLst>
          </p:cNvPr>
          <p:cNvSpPr/>
          <p:nvPr/>
        </p:nvSpPr>
        <p:spPr>
          <a:xfrm>
            <a:off x="10324794" y="655147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3533E00A-D6DC-4378-B59D-710421880846}"/>
              </a:ext>
            </a:extLst>
          </p:cNvPr>
          <p:cNvSpPr/>
          <p:nvPr/>
        </p:nvSpPr>
        <p:spPr>
          <a:xfrm>
            <a:off x="10306050" y="68135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BFF29F7E-131D-41AF-A8D8-E9F77D902632}"/>
              </a:ext>
            </a:extLst>
          </p:cNvPr>
          <p:cNvSpPr/>
          <p:nvPr/>
        </p:nvSpPr>
        <p:spPr>
          <a:xfrm>
            <a:off x="12157075" y="5426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44E1C737-07FF-4711-B993-D3B5E78F11D3}"/>
              </a:ext>
            </a:extLst>
          </p:cNvPr>
          <p:cNvSpPr/>
          <p:nvPr/>
        </p:nvSpPr>
        <p:spPr>
          <a:xfrm>
            <a:off x="11884533" y="5452918"/>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4D8B7B03-2D00-499E-80B5-EF5076048E93}"/>
              </a:ext>
            </a:extLst>
          </p:cNvPr>
          <p:cNvSpPr/>
          <p:nvPr/>
        </p:nvSpPr>
        <p:spPr>
          <a:xfrm>
            <a:off x="11622467" y="553241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5DEC5F8B-34FA-406C-B661-020978249F45}"/>
              </a:ext>
            </a:extLst>
          </p:cNvPr>
          <p:cNvSpPr/>
          <p:nvPr/>
        </p:nvSpPr>
        <p:spPr>
          <a:xfrm>
            <a:off x="11380943" y="5661512"/>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8A53AB48-6F89-4645-BDAA-9FC511C7C016}"/>
              </a:ext>
            </a:extLst>
          </p:cNvPr>
          <p:cNvSpPr/>
          <p:nvPr/>
        </p:nvSpPr>
        <p:spPr>
          <a:xfrm>
            <a:off x="11169247" y="5835247"/>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4731B393-BD52-4677-BA05-1C4A1A930E33}"/>
              </a:ext>
            </a:extLst>
          </p:cNvPr>
          <p:cNvSpPr/>
          <p:nvPr/>
        </p:nvSpPr>
        <p:spPr>
          <a:xfrm>
            <a:off x="10995512" y="604694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530CBD80-50F5-4435-90BF-3E4E06FF50A2}"/>
              </a:ext>
            </a:extLst>
          </p:cNvPr>
          <p:cNvSpPr/>
          <p:nvPr/>
        </p:nvSpPr>
        <p:spPr>
          <a:xfrm>
            <a:off x="10866415" y="6288466"/>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5DEAE652-E935-45D0-A506-00A91A909B42}"/>
              </a:ext>
            </a:extLst>
          </p:cNvPr>
          <p:cNvSpPr/>
          <p:nvPr/>
        </p:nvSpPr>
        <p:spPr>
          <a:xfrm>
            <a:off x="10786918" y="655053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37682FD0-19A7-43D0-AF7E-D5EAB3EC0FC2}"/>
              </a:ext>
            </a:extLst>
          </p:cNvPr>
          <p:cNvSpPr/>
          <p:nvPr/>
        </p:nvSpPr>
        <p:spPr>
          <a:xfrm>
            <a:off x="10760075" y="6823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B58D0BC4-0DC0-4100-911E-5E1B3F11AD74}"/>
              </a:ext>
            </a:extLst>
          </p:cNvPr>
          <p:cNvSpPr/>
          <p:nvPr/>
        </p:nvSpPr>
        <p:spPr>
          <a:xfrm>
            <a:off x="12166600" y="58801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4D2DC010-C969-47A1-9089-47C32F22D8B1}"/>
              </a:ext>
            </a:extLst>
          </p:cNvPr>
          <p:cNvSpPr/>
          <p:nvPr/>
        </p:nvSpPr>
        <p:spPr>
          <a:xfrm>
            <a:off x="11872261" y="5926719"/>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5BB29377-33A5-4ED5-8580-406A34503FA0}"/>
              </a:ext>
            </a:extLst>
          </p:cNvPr>
          <p:cNvSpPr/>
          <p:nvPr/>
        </p:nvSpPr>
        <p:spPr>
          <a:xfrm>
            <a:off x="11606734" y="606201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77AC166E-23C7-407E-A6BD-58CA847353E6}"/>
              </a:ext>
            </a:extLst>
          </p:cNvPr>
          <p:cNvSpPr/>
          <p:nvPr/>
        </p:nvSpPr>
        <p:spPr>
          <a:xfrm>
            <a:off x="11396011" y="6272735"/>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F1BF6AB1-D2D9-42FD-8A7A-64AA2A738D1D}"/>
              </a:ext>
            </a:extLst>
          </p:cNvPr>
          <p:cNvSpPr/>
          <p:nvPr/>
        </p:nvSpPr>
        <p:spPr>
          <a:xfrm>
            <a:off x="11260719" y="653826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58E51E53-3462-42A6-B63F-CD28A3181C1E}"/>
              </a:ext>
            </a:extLst>
          </p:cNvPr>
          <p:cNvSpPr/>
          <p:nvPr/>
        </p:nvSpPr>
        <p:spPr>
          <a:xfrm>
            <a:off x="11214100" y="68326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9AFC537D-B425-40CB-8574-01B431664FBB}"/>
              </a:ext>
            </a:extLst>
          </p:cNvPr>
          <p:cNvSpPr/>
          <p:nvPr/>
        </p:nvSpPr>
        <p:spPr>
          <a:xfrm>
            <a:off x="12176125" y="6334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A1CD2DD0-5908-4771-B449-56978605B39D}"/>
              </a:ext>
            </a:extLst>
          </p:cNvPr>
          <p:cNvSpPr/>
          <p:nvPr/>
        </p:nvSpPr>
        <p:spPr>
          <a:xfrm>
            <a:off x="11816914" y="6482915"/>
            <a:ext cx="31750" cy="31749"/>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71D7E51E-A9DA-47B8-97D6-16DD3EE73587}"/>
              </a:ext>
            </a:extLst>
          </p:cNvPr>
          <p:cNvSpPr/>
          <p:nvPr/>
        </p:nvSpPr>
        <p:spPr>
          <a:xfrm>
            <a:off x="11668125" y="6842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TextBox 1"/>
          <p:cNvSpPr txBox="1"/>
          <p:nvPr/>
        </p:nvSpPr>
        <p:spPr>
          <a:xfrm>
            <a:off x="731520" y="457200"/>
            <a:ext cx="10698480" cy="731520"/>
          </a:xfrm>
          <a:prstGeom prst="rect">
            <a:avLst/>
          </a:prstGeom>
          <a:noFill/>
        </p:spPr>
        <p:txBody>
          <a:bodyPr wrap="square" lIns="45720" rIns="45720">
            <a:spAutoFit/>
          </a:bodyPr>
          <a:lstStyle/>
          <a:p>
            <a:pPr algn="l">
              <a:spcAft>
                <a:spcPts val="200"/>
              </a:spcAft>
            </a:pPr>
            <a:r>
              <a:rPr sz="1200" b="1" i="0">
                <a:solidFill>
                  <a:srgbClr val="00A5A3"/>
                </a:solidFill>
                <a:latin typeface="Manrope"/>
              </a:rPr>
              <a:t>10. CASE STUDIES &amp; SUCCESS STORIES</a:t>
            </a:r>
          </a:p>
          <a:p>
            <a:pPr algn="l"/>
            <a:r>
              <a:rPr sz="2200" b="1" i="0">
                <a:solidFill>
                  <a:srgbClr val="FFFFFF"/>
                </a:solidFill>
                <a:latin typeface="Manrope"/>
              </a:rPr>
              <a:t>Delivering Measurable Commercial and Policy Outcomes</a:t>
            </a:r>
          </a:p>
        </p:txBody>
      </p:sp>
      <p:sp>
        <p:nvSpPr>
          <p:cNvPr id="3" name="Rectangle 2"/>
          <p:cNvSpPr/>
          <p:nvPr/>
        </p:nvSpPr>
        <p:spPr>
          <a:xfrm>
            <a:off x="731520" y="1463040"/>
            <a:ext cx="3383280" cy="4754880"/>
          </a:xfrm>
          <a:prstGeom prst="rect">
            <a:avLst/>
          </a:prstGeom>
          <a:solidFill>
            <a:srgbClr val="2A2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463040"/>
            <a:ext cx="54864" cy="4754880"/>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737360"/>
            <a:ext cx="2926080" cy="4206240"/>
          </a:xfrm>
          <a:prstGeom prst="rect">
            <a:avLst/>
          </a:prstGeom>
          <a:noFill/>
        </p:spPr>
        <p:txBody>
          <a:bodyPr wrap="square" lIns="45720" rIns="45720">
            <a:spAutoFit/>
          </a:bodyPr>
          <a:lstStyle/>
          <a:p>
            <a:pPr algn="l"/>
            <a:r>
              <a:rPr sz="1500" b="1" i="0">
                <a:solidFill>
                  <a:srgbClr val="FFFFFF"/>
                </a:solidFill>
                <a:latin typeface="Manrope"/>
              </a:rPr>
              <a:t>Dubai FinTech Summit
</a:t>
            </a:r>
          </a:p>
          <a:p>
            <a:pPr algn="l"/>
            <a:r>
              <a:rPr sz="1000" b="1" i="0">
                <a:solidFill>
                  <a:srgbClr val="00A5A3"/>
                </a:solidFill>
                <a:latin typeface="Manrope"/>
              </a:rPr>
              <a:t>Partner: DIFC (Dubai)
</a:t>
            </a:r>
          </a:p>
          <a:p>
            <a:pPr algn="l"/>
            <a:r>
              <a:rPr sz="1100" b="1" i="0">
                <a:solidFill>
                  <a:srgbClr val="E6FFA6"/>
                </a:solidFill>
                <a:latin typeface="Manrope"/>
              </a:rPr>
              <a:t>PROBLEM: </a:t>
            </a:r>
          </a:p>
          <a:p>
            <a:pPr algn="l"/>
            <a:r>
              <a:rPr sz="1050" b="0" i="0">
                <a:solidFill>
                  <a:srgbClr val="787878"/>
                </a:solidFill>
                <a:latin typeface="Manrope"/>
              </a:rPr>
              <a:t>Elevate Dubai to a top-5 global fintech capital.
</a:t>
            </a:r>
          </a:p>
          <a:p>
            <a:pPr algn="l"/>
            <a:r>
              <a:rPr sz="1100" b="1" i="0">
                <a:solidFill>
                  <a:srgbClr val="00A5A3"/>
                </a:solidFill>
                <a:latin typeface="Manrope"/>
              </a:rPr>
              <a:t>APPROACH: </a:t>
            </a:r>
          </a:p>
          <a:p>
            <a:pPr algn="l"/>
            <a:r>
              <a:rPr sz="1050" b="0" i="0">
                <a:solidFill>
                  <a:srgbClr val="787878"/>
                </a:solidFill>
                <a:latin typeface="Manrope"/>
              </a:rPr>
              <a:t>Curate a highly strategic international FinTech summit focusing on digital commerce and VC deal-flow.
</a:t>
            </a:r>
          </a:p>
          <a:p>
            <a:pPr algn="l"/>
            <a:r>
              <a:rPr sz="1100" b="1" i="0">
                <a:solidFill>
                  <a:srgbClr val="FFFFFF"/>
                </a:solidFill>
                <a:latin typeface="Manrope"/>
              </a:rPr>
              <a:t>OUTCOME: </a:t>
            </a:r>
          </a:p>
          <a:p>
            <a:pPr algn="l"/>
            <a:r>
              <a:rPr sz="1050" b="0" i="0">
                <a:solidFill>
                  <a:srgbClr val="FFFFFF"/>
                </a:solidFill>
                <a:latin typeface="Manrope"/>
              </a:rPr>
              <a:t>Over 10,000+ C-level delegates hosted, drawing major investment corridors to Dubai and securing massive media coverage.</a:t>
            </a:r>
          </a:p>
        </p:txBody>
      </p:sp>
      <p:sp>
        <p:nvSpPr>
          <p:cNvPr id="6" name="Rectangle 5"/>
          <p:cNvSpPr/>
          <p:nvPr/>
        </p:nvSpPr>
        <p:spPr>
          <a:xfrm>
            <a:off x="4389120" y="1463040"/>
            <a:ext cx="3383280" cy="4754880"/>
          </a:xfrm>
          <a:prstGeom prst="rect">
            <a:avLst/>
          </a:prstGeom>
          <a:solidFill>
            <a:srgbClr val="2A2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389120" y="1463040"/>
            <a:ext cx="54864" cy="4754880"/>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1737360"/>
            <a:ext cx="2926080" cy="4206240"/>
          </a:xfrm>
          <a:prstGeom prst="rect">
            <a:avLst/>
          </a:prstGeom>
          <a:noFill/>
        </p:spPr>
        <p:txBody>
          <a:bodyPr wrap="square" lIns="45720" rIns="45720">
            <a:spAutoFit/>
          </a:bodyPr>
          <a:lstStyle/>
          <a:p>
            <a:pPr algn="l"/>
            <a:r>
              <a:rPr sz="1500" b="1" i="0">
                <a:solidFill>
                  <a:srgbClr val="FFFFFF"/>
                </a:solidFill>
                <a:latin typeface="Manrope"/>
              </a:rPr>
              <a:t>Bengaluru Skill Summit
</a:t>
            </a:r>
          </a:p>
          <a:p>
            <a:pPr algn="l"/>
            <a:r>
              <a:rPr sz="1000" b="1" i="0">
                <a:solidFill>
                  <a:srgbClr val="00A5A3"/>
                </a:solidFill>
                <a:latin typeface="Manrope"/>
              </a:rPr>
              <a:t>Partner: KSDC &amp; KSDA (Govt)
</a:t>
            </a:r>
          </a:p>
          <a:p>
            <a:pPr algn="l"/>
            <a:r>
              <a:rPr sz="1100" b="1" i="0">
                <a:solidFill>
                  <a:srgbClr val="E6FFA6"/>
                </a:solidFill>
                <a:latin typeface="Manrope"/>
              </a:rPr>
              <a:t>PROBLEM: </a:t>
            </a:r>
          </a:p>
          <a:p>
            <a:pPr algn="l"/>
            <a:r>
              <a:rPr sz="1050" b="0" i="0">
                <a:solidFill>
                  <a:srgbClr val="787878"/>
                </a:solidFill>
                <a:latin typeface="Manrope"/>
              </a:rPr>
              <a:t>Upskill regional youth forces and connect them with international employers.
</a:t>
            </a:r>
          </a:p>
          <a:p>
            <a:pPr algn="l"/>
            <a:r>
              <a:rPr sz="1100" b="1" i="0">
                <a:solidFill>
                  <a:srgbClr val="00A5A3"/>
                </a:solidFill>
                <a:latin typeface="Manrope"/>
              </a:rPr>
              <a:t>APPROACH: </a:t>
            </a:r>
          </a:p>
          <a:p>
            <a:pPr algn="l"/>
            <a:r>
              <a:rPr sz="1050" b="0" i="0">
                <a:solidFill>
                  <a:srgbClr val="787878"/>
                </a:solidFill>
                <a:latin typeface="Manrope"/>
              </a:rPr>
              <a:t>Build a unified public-private forum with the state skill development department.
</a:t>
            </a:r>
          </a:p>
          <a:p>
            <a:pPr algn="l"/>
            <a:r>
              <a:rPr sz="1100" b="1" i="0">
                <a:solidFill>
                  <a:srgbClr val="FFFFFF"/>
                </a:solidFill>
                <a:latin typeface="Manrope"/>
              </a:rPr>
              <a:t>OUTCOME: </a:t>
            </a:r>
          </a:p>
          <a:p>
            <a:pPr algn="l"/>
            <a:r>
              <a:rPr sz="1050" b="0" i="0">
                <a:solidFill>
                  <a:srgbClr val="FFFFFF"/>
                </a:solidFill>
                <a:latin typeface="Manrope"/>
              </a:rPr>
              <a:t>Facilitated direct cross-border talent alignments, including partnerships with Germany's cultural and technology delegation.</a:t>
            </a:r>
          </a:p>
        </p:txBody>
      </p:sp>
      <p:sp>
        <p:nvSpPr>
          <p:cNvPr id="9" name="Rectangle 8"/>
          <p:cNvSpPr/>
          <p:nvPr/>
        </p:nvSpPr>
        <p:spPr>
          <a:xfrm>
            <a:off x="8046720" y="1463040"/>
            <a:ext cx="3383280" cy="4754880"/>
          </a:xfrm>
          <a:prstGeom prst="rect">
            <a:avLst/>
          </a:prstGeom>
          <a:solidFill>
            <a:srgbClr val="2A2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046720" y="1463040"/>
            <a:ext cx="54864" cy="4754880"/>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1737360"/>
            <a:ext cx="2926080" cy="4206240"/>
          </a:xfrm>
          <a:prstGeom prst="rect">
            <a:avLst/>
          </a:prstGeom>
          <a:noFill/>
        </p:spPr>
        <p:txBody>
          <a:bodyPr wrap="square" lIns="45720" rIns="45720">
            <a:spAutoFit/>
          </a:bodyPr>
          <a:lstStyle/>
          <a:p>
            <a:pPr algn="l"/>
            <a:r>
              <a:rPr sz="1500" b="1" i="0">
                <a:solidFill>
                  <a:srgbClr val="FFFFFF"/>
                </a:solidFill>
                <a:latin typeface="Manrope"/>
              </a:rPr>
              <a:t>World AI Show
</a:t>
            </a:r>
          </a:p>
          <a:p>
            <a:pPr algn="l"/>
            <a:r>
              <a:rPr sz="1000" b="1" i="0">
                <a:solidFill>
                  <a:srgbClr val="00A5A3"/>
                </a:solidFill>
                <a:latin typeface="Manrope"/>
              </a:rPr>
              <a:t>Partner: Enterprise Tech (Global)
</a:t>
            </a:r>
          </a:p>
          <a:p>
            <a:pPr algn="l"/>
            <a:r>
              <a:rPr sz="1100" b="1" i="0">
                <a:solidFill>
                  <a:srgbClr val="E6FFA6"/>
                </a:solidFill>
                <a:latin typeface="Manrope"/>
              </a:rPr>
              <a:t>PROBLEM: </a:t>
            </a:r>
          </a:p>
          <a:p>
            <a:pPr algn="l"/>
            <a:r>
              <a:rPr sz="1050" b="0" i="0">
                <a:solidFill>
                  <a:srgbClr val="787878"/>
                </a:solidFill>
                <a:latin typeface="Manrope"/>
              </a:rPr>
              <a:t>Enterprise buyers struggling to identify pre-qualified commercial AI solutions.
</a:t>
            </a:r>
          </a:p>
          <a:p>
            <a:pPr algn="l"/>
            <a:r>
              <a:rPr sz="1100" b="1" i="0">
                <a:solidFill>
                  <a:srgbClr val="00A5A3"/>
                </a:solidFill>
                <a:latin typeface="Manrope"/>
              </a:rPr>
              <a:t>APPROACH: </a:t>
            </a:r>
          </a:p>
          <a:p>
            <a:pPr algn="l"/>
            <a:r>
              <a:rPr sz="1050" b="0" i="0">
                <a:solidFill>
                  <a:srgbClr val="787878"/>
                </a:solidFill>
                <a:latin typeface="Manrope"/>
              </a:rPr>
              <a:t>Launch high-impact regional AI shows (e.g. Jakarta, Dubai) with pre-matched B2B matchmaking.
</a:t>
            </a:r>
          </a:p>
          <a:p>
            <a:pPr algn="l"/>
            <a:r>
              <a:rPr sz="1100" b="1" i="0">
                <a:solidFill>
                  <a:srgbClr val="FFFFFF"/>
                </a:solidFill>
                <a:latin typeface="Manrope"/>
              </a:rPr>
              <a:t>OUTCOME: </a:t>
            </a:r>
          </a:p>
          <a:p>
            <a:pPr algn="l"/>
            <a:r>
              <a:rPr sz="1050" b="0" i="0">
                <a:solidFill>
                  <a:srgbClr val="FFFFFF"/>
                </a:solidFill>
                <a:latin typeface="Manrope"/>
              </a:rPr>
              <a:t>Rapid AI procurement cycles, direct regulatory sandboxes, and highly active investor pitching.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AFA"/>
        </a:solidFill>
        <a:effectLst/>
      </p:bgPr>
    </p:bg>
    <p:spTree>
      <p:nvGrpSpPr>
        <p:cNvPr id="1" name=""/>
        <p:cNvGrpSpPr/>
        <p:nvPr/>
      </p:nvGrpSpPr>
      <p:grpSpPr>
        <a:xfrm>
          <a:off x="0" y="0"/>
          <a:ext cx="0" cy="0"/>
          <a:chOff x="0" y="0"/>
          <a:chExt cx="0" cy="0"/>
        </a:xfrm>
      </p:grpSpPr>
      <p:sp>
        <p:nvSpPr>
          <p:cNvPr id="101" name="Oval 100">
            <a:extLst>
              <a:ext uri="{FF2B5EF4-FFF2-40B4-BE49-F238E27FC236}">
                <a16:creationId xmlns:a16="http://schemas.microsoft.com/office/drawing/2014/main" id="{C55D10F3-226E-46B8-BEB5-7069A71F9CD2}"/>
              </a:ext>
            </a:extLst>
          </p:cNvPr>
          <p:cNvSpPr/>
          <p:nvPr/>
        </p:nvSpPr>
        <p:spPr>
          <a:xfrm>
            <a:off x="-53975" y="223202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0" name="Oval 99">
            <a:extLst>
              <a:ext uri="{FF2B5EF4-FFF2-40B4-BE49-F238E27FC236}">
                <a16:creationId xmlns:a16="http://schemas.microsoft.com/office/drawing/2014/main" id="{C9B71755-E3C7-4754-890B-8E9A743E05F6}"/>
              </a:ext>
            </a:extLst>
          </p:cNvPr>
          <p:cNvSpPr/>
          <p:nvPr/>
        </p:nvSpPr>
        <p:spPr>
          <a:xfrm>
            <a:off x="201976" y="221765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3933223F-8921-4535-9402-FF1E7D2F3933}"/>
              </a:ext>
            </a:extLst>
          </p:cNvPr>
          <p:cNvSpPr/>
          <p:nvPr/>
        </p:nvSpPr>
        <p:spPr>
          <a:xfrm>
            <a:off x="454708" y="217471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8" name="Oval 97">
            <a:extLst>
              <a:ext uri="{FF2B5EF4-FFF2-40B4-BE49-F238E27FC236}">
                <a16:creationId xmlns:a16="http://schemas.microsoft.com/office/drawing/2014/main" id="{08690D34-86D3-4AF7-ABDD-9E636BE17760}"/>
              </a:ext>
            </a:extLst>
          </p:cNvPr>
          <p:cNvSpPr/>
          <p:nvPr/>
        </p:nvSpPr>
        <p:spPr>
          <a:xfrm>
            <a:off x="701043" y="210374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7" name="Oval 96">
            <a:extLst>
              <a:ext uri="{FF2B5EF4-FFF2-40B4-BE49-F238E27FC236}">
                <a16:creationId xmlns:a16="http://schemas.microsoft.com/office/drawing/2014/main" id="{6373045D-28A4-449A-89AA-9565C56FBCA7}"/>
              </a:ext>
            </a:extLst>
          </p:cNvPr>
          <p:cNvSpPr/>
          <p:nvPr/>
        </p:nvSpPr>
        <p:spPr>
          <a:xfrm>
            <a:off x="937883" y="200564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6" name="Oval 95">
            <a:extLst>
              <a:ext uri="{FF2B5EF4-FFF2-40B4-BE49-F238E27FC236}">
                <a16:creationId xmlns:a16="http://schemas.microsoft.com/office/drawing/2014/main" id="{95B20D88-3FF1-47AC-BC30-53BA79D605AD}"/>
              </a:ext>
            </a:extLst>
          </p:cNvPr>
          <p:cNvSpPr/>
          <p:nvPr/>
        </p:nvSpPr>
        <p:spPr>
          <a:xfrm>
            <a:off x="1162250" y="1881637"/>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5" name="Oval 94">
            <a:extLst>
              <a:ext uri="{FF2B5EF4-FFF2-40B4-BE49-F238E27FC236}">
                <a16:creationId xmlns:a16="http://schemas.microsoft.com/office/drawing/2014/main" id="{6248BC6D-31D9-4A93-92D4-502CC507D10E}"/>
              </a:ext>
            </a:extLst>
          </p:cNvPr>
          <p:cNvSpPr/>
          <p:nvPr/>
        </p:nvSpPr>
        <p:spPr>
          <a:xfrm>
            <a:off x="1371323" y="173329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4" name="Oval 93">
            <a:extLst>
              <a:ext uri="{FF2B5EF4-FFF2-40B4-BE49-F238E27FC236}">
                <a16:creationId xmlns:a16="http://schemas.microsoft.com/office/drawing/2014/main" id="{F614D8F2-9B0D-4540-872F-72EAF65F3091}"/>
              </a:ext>
            </a:extLst>
          </p:cNvPr>
          <p:cNvSpPr/>
          <p:nvPr/>
        </p:nvSpPr>
        <p:spPr>
          <a:xfrm>
            <a:off x="1562471" y="156247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3" name="Oval 92">
            <a:extLst>
              <a:ext uri="{FF2B5EF4-FFF2-40B4-BE49-F238E27FC236}">
                <a16:creationId xmlns:a16="http://schemas.microsoft.com/office/drawing/2014/main" id="{112D90AE-2FCC-4941-A5A2-ADFAB021DC94}"/>
              </a:ext>
            </a:extLst>
          </p:cNvPr>
          <p:cNvSpPr/>
          <p:nvPr/>
        </p:nvSpPr>
        <p:spPr>
          <a:xfrm>
            <a:off x="1733292" y="137132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2" name="Oval 91">
            <a:extLst>
              <a:ext uri="{FF2B5EF4-FFF2-40B4-BE49-F238E27FC236}">
                <a16:creationId xmlns:a16="http://schemas.microsoft.com/office/drawing/2014/main" id="{C450690E-C865-4077-B596-AAEABEE91827}"/>
              </a:ext>
            </a:extLst>
          </p:cNvPr>
          <p:cNvSpPr/>
          <p:nvPr/>
        </p:nvSpPr>
        <p:spPr>
          <a:xfrm>
            <a:off x="1881637" y="116225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1" name="Oval 90">
            <a:extLst>
              <a:ext uri="{FF2B5EF4-FFF2-40B4-BE49-F238E27FC236}">
                <a16:creationId xmlns:a16="http://schemas.microsoft.com/office/drawing/2014/main" id="{5619197E-2598-4575-8325-C5821F682322}"/>
              </a:ext>
            </a:extLst>
          </p:cNvPr>
          <p:cNvSpPr/>
          <p:nvPr/>
        </p:nvSpPr>
        <p:spPr>
          <a:xfrm>
            <a:off x="2005640" y="93788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0" name="Oval 89">
            <a:extLst>
              <a:ext uri="{FF2B5EF4-FFF2-40B4-BE49-F238E27FC236}">
                <a16:creationId xmlns:a16="http://schemas.microsoft.com/office/drawing/2014/main" id="{6F09C7D3-517B-4749-954C-F41C9DFB24C7}"/>
              </a:ext>
            </a:extLst>
          </p:cNvPr>
          <p:cNvSpPr/>
          <p:nvPr/>
        </p:nvSpPr>
        <p:spPr>
          <a:xfrm>
            <a:off x="2103742" y="70104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9" name="Oval 88">
            <a:extLst>
              <a:ext uri="{FF2B5EF4-FFF2-40B4-BE49-F238E27FC236}">
                <a16:creationId xmlns:a16="http://schemas.microsoft.com/office/drawing/2014/main" id="{033725FD-128F-4A7D-BFAB-ABBA993ECEB1}"/>
              </a:ext>
            </a:extLst>
          </p:cNvPr>
          <p:cNvSpPr/>
          <p:nvPr/>
        </p:nvSpPr>
        <p:spPr>
          <a:xfrm>
            <a:off x="2174710" y="454708"/>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8" name="Oval 87">
            <a:extLst>
              <a:ext uri="{FF2B5EF4-FFF2-40B4-BE49-F238E27FC236}">
                <a16:creationId xmlns:a16="http://schemas.microsoft.com/office/drawing/2014/main" id="{99E47140-0971-4E18-A33D-3AF54B040AD1}"/>
              </a:ext>
            </a:extLst>
          </p:cNvPr>
          <p:cNvSpPr/>
          <p:nvPr/>
        </p:nvSpPr>
        <p:spPr>
          <a:xfrm>
            <a:off x="2217651" y="201976"/>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7" name="Oval 86">
            <a:extLst>
              <a:ext uri="{FF2B5EF4-FFF2-40B4-BE49-F238E27FC236}">
                <a16:creationId xmlns:a16="http://schemas.microsoft.com/office/drawing/2014/main" id="{98BB449B-A20B-4519-A203-21049D748AC4}"/>
              </a:ext>
            </a:extLst>
          </p:cNvPr>
          <p:cNvSpPr/>
          <p:nvPr/>
        </p:nvSpPr>
        <p:spPr>
          <a:xfrm>
            <a:off x="2232025" y="-5397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6" name="Oval 85">
            <a:extLst>
              <a:ext uri="{FF2B5EF4-FFF2-40B4-BE49-F238E27FC236}">
                <a16:creationId xmlns:a16="http://schemas.microsoft.com/office/drawing/2014/main" id="{F53E7DBD-C422-43FC-8FEF-BE565E74B9DB}"/>
              </a:ext>
            </a:extLst>
          </p:cNvPr>
          <p:cNvSpPr/>
          <p:nvPr/>
        </p:nvSpPr>
        <p:spPr>
          <a:xfrm>
            <a:off x="-44450" y="17970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5" name="Oval 84">
            <a:extLst>
              <a:ext uri="{FF2B5EF4-FFF2-40B4-BE49-F238E27FC236}">
                <a16:creationId xmlns:a16="http://schemas.microsoft.com/office/drawing/2014/main" id="{07DC6226-B788-4BC9-9543-9942089A5EB6}"/>
              </a:ext>
            </a:extLst>
          </p:cNvPr>
          <p:cNvSpPr/>
          <p:nvPr/>
        </p:nvSpPr>
        <p:spPr>
          <a:xfrm>
            <a:off x="217623" y="177830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4" name="Oval 83">
            <a:extLst>
              <a:ext uri="{FF2B5EF4-FFF2-40B4-BE49-F238E27FC236}">
                <a16:creationId xmlns:a16="http://schemas.microsoft.com/office/drawing/2014/main" id="{DBF19B27-FFF3-4483-9FD1-D1BE3DDBAD63}"/>
              </a:ext>
            </a:extLst>
          </p:cNvPr>
          <p:cNvSpPr/>
          <p:nvPr/>
        </p:nvSpPr>
        <p:spPr>
          <a:xfrm>
            <a:off x="474360" y="172245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6882A303-FC9B-4132-88D2-C10D0AA19640}"/>
              </a:ext>
            </a:extLst>
          </p:cNvPr>
          <p:cNvSpPr/>
          <p:nvPr/>
        </p:nvSpPr>
        <p:spPr>
          <a:xfrm>
            <a:off x="720537" y="16306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2" name="Oval 81">
            <a:extLst>
              <a:ext uri="{FF2B5EF4-FFF2-40B4-BE49-F238E27FC236}">
                <a16:creationId xmlns:a16="http://schemas.microsoft.com/office/drawing/2014/main" id="{1629F4A9-1276-4B39-9CB4-AFFB33DD76D0}"/>
              </a:ext>
            </a:extLst>
          </p:cNvPr>
          <p:cNvSpPr/>
          <p:nvPr/>
        </p:nvSpPr>
        <p:spPr>
          <a:xfrm>
            <a:off x="951140" y="1504718"/>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EFE8D21C-0B18-4BF7-A0BB-4BAF0EC0E6F4}"/>
              </a:ext>
            </a:extLst>
          </p:cNvPr>
          <p:cNvSpPr/>
          <p:nvPr/>
        </p:nvSpPr>
        <p:spPr>
          <a:xfrm>
            <a:off x="1161476" y="134726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41FF636D-17D0-4BF6-87C0-D097EA55ED46}"/>
              </a:ext>
            </a:extLst>
          </p:cNvPr>
          <p:cNvSpPr/>
          <p:nvPr/>
        </p:nvSpPr>
        <p:spPr>
          <a:xfrm>
            <a:off x="1347263" y="116147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9" name="Oval 78">
            <a:extLst>
              <a:ext uri="{FF2B5EF4-FFF2-40B4-BE49-F238E27FC236}">
                <a16:creationId xmlns:a16="http://schemas.microsoft.com/office/drawing/2014/main" id="{F8AE3AC3-811E-4CAE-A299-AB658A174368}"/>
              </a:ext>
            </a:extLst>
          </p:cNvPr>
          <p:cNvSpPr/>
          <p:nvPr/>
        </p:nvSpPr>
        <p:spPr>
          <a:xfrm>
            <a:off x="1504718" y="95114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EFE298FA-6949-4712-87F5-5EDB48A9AAB0}"/>
              </a:ext>
            </a:extLst>
          </p:cNvPr>
          <p:cNvSpPr/>
          <p:nvPr/>
        </p:nvSpPr>
        <p:spPr>
          <a:xfrm>
            <a:off x="1630637" y="7205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44E2B38F-9B8C-4657-A1F4-10D475AADAB9}"/>
              </a:ext>
            </a:extLst>
          </p:cNvPr>
          <p:cNvSpPr/>
          <p:nvPr/>
        </p:nvSpPr>
        <p:spPr>
          <a:xfrm>
            <a:off x="1722456" y="47436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9BD89ED6-9037-4B50-97E3-82270EE81834}"/>
              </a:ext>
            </a:extLst>
          </p:cNvPr>
          <p:cNvSpPr/>
          <p:nvPr/>
        </p:nvSpPr>
        <p:spPr>
          <a:xfrm>
            <a:off x="1778306" y="21762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5" name="Oval 74">
            <a:extLst>
              <a:ext uri="{FF2B5EF4-FFF2-40B4-BE49-F238E27FC236}">
                <a16:creationId xmlns:a16="http://schemas.microsoft.com/office/drawing/2014/main" id="{FB066552-D5A0-4C21-BF3D-00A65C56B112}"/>
              </a:ext>
            </a:extLst>
          </p:cNvPr>
          <p:cNvSpPr/>
          <p:nvPr/>
        </p:nvSpPr>
        <p:spPr>
          <a:xfrm>
            <a:off x="1797050" y="-444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4" name="Oval 73">
            <a:extLst>
              <a:ext uri="{FF2B5EF4-FFF2-40B4-BE49-F238E27FC236}">
                <a16:creationId xmlns:a16="http://schemas.microsoft.com/office/drawing/2014/main" id="{E3ADE587-D014-4CE1-B5E8-69366ECA6DC7}"/>
              </a:ext>
            </a:extLst>
          </p:cNvPr>
          <p:cNvSpPr/>
          <p:nvPr/>
        </p:nvSpPr>
        <p:spPr>
          <a:xfrm>
            <a:off x="-34925" y="136207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3" name="Oval 72">
            <a:extLst>
              <a:ext uri="{FF2B5EF4-FFF2-40B4-BE49-F238E27FC236}">
                <a16:creationId xmlns:a16="http://schemas.microsoft.com/office/drawing/2014/main" id="{8639A380-5519-4E3F-AB4D-19330CE2A46E}"/>
              </a:ext>
            </a:extLst>
          </p:cNvPr>
          <p:cNvSpPr/>
          <p:nvPr/>
        </p:nvSpPr>
        <p:spPr>
          <a:xfrm>
            <a:off x="237616" y="1335232"/>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2" name="Oval 71">
            <a:extLst>
              <a:ext uri="{FF2B5EF4-FFF2-40B4-BE49-F238E27FC236}">
                <a16:creationId xmlns:a16="http://schemas.microsoft.com/office/drawing/2014/main" id="{CC8A7460-3EB5-444D-8823-E6CCEA4890D8}"/>
              </a:ext>
            </a:extLst>
          </p:cNvPr>
          <p:cNvSpPr/>
          <p:nvPr/>
        </p:nvSpPr>
        <p:spPr>
          <a:xfrm>
            <a:off x="499684" y="125573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1" name="Oval 70">
            <a:extLst>
              <a:ext uri="{FF2B5EF4-FFF2-40B4-BE49-F238E27FC236}">
                <a16:creationId xmlns:a16="http://schemas.microsoft.com/office/drawing/2014/main" id="{A8C1A747-EC5B-4AA9-8019-97D411630C7F}"/>
              </a:ext>
            </a:extLst>
          </p:cNvPr>
          <p:cNvSpPr/>
          <p:nvPr/>
        </p:nvSpPr>
        <p:spPr>
          <a:xfrm>
            <a:off x="741207" y="1126638"/>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A8C4B6E3-47CB-47CF-B660-41DBB9478FAB}"/>
              </a:ext>
            </a:extLst>
          </p:cNvPr>
          <p:cNvSpPr/>
          <p:nvPr/>
        </p:nvSpPr>
        <p:spPr>
          <a:xfrm>
            <a:off x="952903" y="952903"/>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9" name="Oval 68">
            <a:extLst>
              <a:ext uri="{FF2B5EF4-FFF2-40B4-BE49-F238E27FC236}">
                <a16:creationId xmlns:a16="http://schemas.microsoft.com/office/drawing/2014/main" id="{BD632EBE-BB2E-4AB7-8925-808E37858162}"/>
              </a:ext>
            </a:extLst>
          </p:cNvPr>
          <p:cNvSpPr/>
          <p:nvPr/>
        </p:nvSpPr>
        <p:spPr>
          <a:xfrm>
            <a:off x="1126638" y="741207"/>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8" name="Oval 67">
            <a:extLst>
              <a:ext uri="{FF2B5EF4-FFF2-40B4-BE49-F238E27FC236}">
                <a16:creationId xmlns:a16="http://schemas.microsoft.com/office/drawing/2014/main" id="{1331A0A9-50D0-4441-8F51-DB80600D0139}"/>
              </a:ext>
            </a:extLst>
          </p:cNvPr>
          <p:cNvSpPr/>
          <p:nvPr/>
        </p:nvSpPr>
        <p:spPr>
          <a:xfrm>
            <a:off x="1255735" y="499684"/>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B84BB4E6-57AF-4DEB-BEF8-79D5CE83A201}"/>
              </a:ext>
            </a:extLst>
          </p:cNvPr>
          <p:cNvSpPr/>
          <p:nvPr/>
        </p:nvSpPr>
        <p:spPr>
          <a:xfrm>
            <a:off x="1335232" y="237616"/>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FDB9B6CD-87C9-41C3-8A7E-7071246851DF}"/>
              </a:ext>
            </a:extLst>
          </p:cNvPr>
          <p:cNvSpPr/>
          <p:nvPr/>
        </p:nvSpPr>
        <p:spPr>
          <a:xfrm>
            <a:off x="1362075" y="-3492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3297A8EB-5563-47D2-AB68-FF56F3535151}"/>
              </a:ext>
            </a:extLst>
          </p:cNvPr>
          <p:cNvSpPr/>
          <p:nvPr/>
        </p:nvSpPr>
        <p:spPr>
          <a:xfrm>
            <a:off x="-25400" y="9271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C27C887B-CD05-46F2-8973-F2A148F3EB76}"/>
              </a:ext>
            </a:extLst>
          </p:cNvPr>
          <p:cNvSpPr/>
          <p:nvPr/>
        </p:nvSpPr>
        <p:spPr>
          <a:xfrm>
            <a:off x="268939" y="880481"/>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DDA7D4BF-09F5-4DEB-87B8-30F5DFA8354C}"/>
              </a:ext>
            </a:extLst>
          </p:cNvPr>
          <p:cNvSpPr/>
          <p:nvPr/>
        </p:nvSpPr>
        <p:spPr>
          <a:xfrm>
            <a:off x="534465" y="74518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BD089CB5-FA1C-478A-96FE-57556406FD72}"/>
              </a:ext>
            </a:extLst>
          </p:cNvPr>
          <p:cNvSpPr/>
          <p:nvPr/>
        </p:nvSpPr>
        <p:spPr>
          <a:xfrm>
            <a:off x="745189" y="534465"/>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879C3C96-EDCD-4FE3-8869-2DB3026B7958}"/>
              </a:ext>
            </a:extLst>
          </p:cNvPr>
          <p:cNvSpPr/>
          <p:nvPr/>
        </p:nvSpPr>
        <p:spPr>
          <a:xfrm>
            <a:off x="880481" y="26893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0" name="Oval 59">
            <a:extLst>
              <a:ext uri="{FF2B5EF4-FFF2-40B4-BE49-F238E27FC236}">
                <a16:creationId xmlns:a16="http://schemas.microsoft.com/office/drawing/2014/main" id="{90362824-0B5A-44DD-9C5D-29693F37234F}"/>
              </a:ext>
            </a:extLst>
          </p:cNvPr>
          <p:cNvSpPr/>
          <p:nvPr/>
        </p:nvSpPr>
        <p:spPr>
          <a:xfrm>
            <a:off x="927100" y="-254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0F785BEC-3E36-4A4D-B82E-0F40919E4199}"/>
              </a:ext>
            </a:extLst>
          </p:cNvPr>
          <p:cNvSpPr/>
          <p:nvPr/>
        </p:nvSpPr>
        <p:spPr>
          <a:xfrm>
            <a:off x="-15875" y="49212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8" name="Oval 57">
            <a:extLst>
              <a:ext uri="{FF2B5EF4-FFF2-40B4-BE49-F238E27FC236}">
                <a16:creationId xmlns:a16="http://schemas.microsoft.com/office/drawing/2014/main" id="{FB7269FC-F858-4268-B233-B98570B1B8B0}"/>
              </a:ext>
            </a:extLst>
          </p:cNvPr>
          <p:cNvSpPr/>
          <p:nvPr/>
        </p:nvSpPr>
        <p:spPr>
          <a:xfrm>
            <a:off x="343335" y="34333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7" name="Oval 56">
            <a:extLst>
              <a:ext uri="{FF2B5EF4-FFF2-40B4-BE49-F238E27FC236}">
                <a16:creationId xmlns:a16="http://schemas.microsoft.com/office/drawing/2014/main" id="{FC651EA1-9B8E-41A2-A7EE-9DFC01806DBB}"/>
              </a:ext>
            </a:extLst>
          </p:cNvPr>
          <p:cNvSpPr/>
          <p:nvPr/>
        </p:nvSpPr>
        <p:spPr>
          <a:xfrm>
            <a:off x="492125" y="-1587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BA940A32-4FE0-404C-A2EB-426DA1587D70}"/>
              </a:ext>
            </a:extLst>
          </p:cNvPr>
          <p:cNvSpPr/>
          <p:nvPr/>
        </p:nvSpPr>
        <p:spPr>
          <a:xfrm>
            <a:off x="12138025" y="4518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5" name="Oval 54">
            <a:extLst>
              <a:ext uri="{FF2B5EF4-FFF2-40B4-BE49-F238E27FC236}">
                <a16:creationId xmlns:a16="http://schemas.microsoft.com/office/drawing/2014/main" id="{5674F828-E816-4B5A-A3B9-81FF291F5D9D}"/>
              </a:ext>
            </a:extLst>
          </p:cNvPr>
          <p:cNvSpPr/>
          <p:nvPr/>
        </p:nvSpPr>
        <p:spPr>
          <a:xfrm>
            <a:off x="11882074" y="453239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4" name="Oval 53">
            <a:extLst>
              <a:ext uri="{FF2B5EF4-FFF2-40B4-BE49-F238E27FC236}">
                <a16:creationId xmlns:a16="http://schemas.microsoft.com/office/drawing/2014/main" id="{3500582D-9484-41EF-BA77-A2B8264B9282}"/>
              </a:ext>
            </a:extLst>
          </p:cNvPr>
          <p:cNvSpPr/>
          <p:nvPr/>
        </p:nvSpPr>
        <p:spPr>
          <a:xfrm>
            <a:off x="11629342" y="457534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0394146B-71F1-49F6-A2C2-5FCE2A6D05F8}"/>
              </a:ext>
            </a:extLst>
          </p:cNvPr>
          <p:cNvSpPr/>
          <p:nvPr/>
        </p:nvSpPr>
        <p:spPr>
          <a:xfrm>
            <a:off x="11383007" y="464630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7A903EE7-7DA5-414A-B172-F75894DA51E7}"/>
              </a:ext>
            </a:extLst>
          </p:cNvPr>
          <p:cNvSpPr/>
          <p:nvPr/>
        </p:nvSpPr>
        <p:spPr>
          <a:xfrm>
            <a:off x="11146167" y="474441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48728238-32A0-48B0-AAD5-031289936296}"/>
              </a:ext>
            </a:extLst>
          </p:cNvPr>
          <p:cNvSpPr/>
          <p:nvPr/>
        </p:nvSpPr>
        <p:spPr>
          <a:xfrm>
            <a:off x="10921800" y="4868413"/>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A3B54F3E-4D54-4BD4-835C-4D4F6FA04C13}"/>
              </a:ext>
            </a:extLst>
          </p:cNvPr>
          <p:cNvSpPr/>
          <p:nvPr/>
        </p:nvSpPr>
        <p:spPr>
          <a:xfrm>
            <a:off x="10712728" y="501675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901C8AC9-A567-4E6A-9956-8A03CC48B9C2}"/>
              </a:ext>
            </a:extLst>
          </p:cNvPr>
          <p:cNvSpPr/>
          <p:nvPr/>
        </p:nvSpPr>
        <p:spPr>
          <a:xfrm>
            <a:off x="10521579" y="518757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6B83A8D3-036A-4189-989D-3F3059607C70}"/>
              </a:ext>
            </a:extLst>
          </p:cNvPr>
          <p:cNvSpPr/>
          <p:nvPr/>
        </p:nvSpPr>
        <p:spPr>
          <a:xfrm>
            <a:off x="10350758" y="537872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699CDB45-40B8-42E5-9AB8-E8E6FC18D6A3}"/>
              </a:ext>
            </a:extLst>
          </p:cNvPr>
          <p:cNvSpPr/>
          <p:nvPr/>
        </p:nvSpPr>
        <p:spPr>
          <a:xfrm>
            <a:off x="10202414" y="558780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52F31BB9-F65A-45EC-8793-0915D6890DE6}"/>
              </a:ext>
            </a:extLst>
          </p:cNvPr>
          <p:cNvSpPr/>
          <p:nvPr/>
        </p:nvSpPr>
        <p:spPr>
          <a:xfrm>
            <a:off x="10078410" y="581216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873617A1-11C0-403D-B2AB-F0B49CBCDE0D}"/>
              </a:ext>
            </a:extLst>
          </p:cNvPr>
          <p:cNvSpPr/>
          <p:nvPr/>
        </p:nvSpPr>
        <p:spPr>
          <a:xfrm>
            <a:off x="9980308" y="604900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90F618E9-EB53-4AD9-A30F-E33E7C449B92}"/>
              </a:ext>
            </a:extLst>
          </p:cNvPr>
          <p:cNvSpPr/>
          <p:nvPr/>
        </p:nvSpPr>
        <p:spPr>
          <a:xfrm>
            <a:off x="9909340" y="6295342"/>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7FBC8C18-EC64-4BE6-97EC-15F36A90112A}"/>
              </a:ext>
            </a:extLst>
          </p:cNvPr>
          <p:cNvSpPr/>
          <p:nvPr/>
        </p:nvSpPr>
        <p:spPr>
          <a:xfrm>
            <a:off x="9866399" y="6548074"/>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F6500C91-49CE-489F-9699-6DBAC19EFFCF}"/>
              </a:ext>
            </a:extLst>
          </p:cNvPr>
          <p:cNvSpPr/>
          <p:nvPr/>
        </p:nvSpPr>
        <p:spPr>
          <a:xfrm>
            <a:off x="9852025" y="6804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5E1B4C45-D5F3-4901-8E10-48EB2035A25E}"/>
              </a:ext>
            </a:extLst>
          </p:cNvPr>
          <p:cNvSpPr/>
          <p:nvPr/>
        </p:nvSpPr>
        <p:spPr>
          <a:xfrm>
            <a:off x="12147550" y="49720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5D8B6313-C483-4A51-B4B6-3516790C9BCD}"/>
              </a:ext>
            </a:extLst>
          </p:cNvPr>
          <p:cNvSpPr/>
          <p:nvPr/>
        </p:nvSpPr>
        <p:spPr>
          <a:xfrm>
            <a:off x="11885477" y="499079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9BE39555-656E-4598-BA95-A551709505BE}"/>
              </a:ext>
            </a:extLst>
          </p:cNvPr>
          <p:cNvSpPr/>
          <p:nvPr/>
        </p:nvSpPr>
        <p:spPr>
          <a:xfrm>
            <a:off x="11628740" y="504664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6A9D468C-85B3-43D7-84A0-DE556C5D46D4}"/>
              </a:ext>
            </a:extLst>
          </p:cNvPr>
          <p:cNvSpPr/>
          <p:nvPr/>
        </p:nvSpPr>
        <p:spPr>
          <a:xfrm>
            <a:off x="11382563" y="51384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448B1902-33FE-492D-8FDB-530952C3964E}"/>
              </a:ext>
            </a:extLst>
          </p:cNvPr>
          <p:cNvSpPr/>
          <p:nvPr/>
        </p:nvSpPr>
        <p:spPr>
          <a:xfrm>
            <a:off x="11151960" y="5264382"/>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C912A7E1-5CF8-43CA-AEA9-F858E013CF4C}"/>
              </a:ext>
            </a:extLst>
          </p:cNvPr>
          <p:cNvSpPr/>
          <p:nvPr/>
        </p:nvSpPr>
        <p:spPr>
          <a:xfrm>
            <a:off x="10941624" y="542183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99F3D98C-D2AB-4DEC-B282-C9D3C5904F6C}"/>
              </a:ext>
            </a:extLst>
          </p:cNvPr>
          <p:cNvSpPr/>
          <p:nvPr/>
        </p:nvSpPr>
        <p:spPr>
          <a:xfrm>
            <a:off x="10755837" y="560762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5BCCB93B-3874-4FB1-8F5A-CA9846586CB6}"/>
              </a:ext>
            </a:extLst>
          </p:cNvPr>
          <p:cNvSpPr/>
          <p:nvPr/>
        </p:nvSpPr>
        <p:spPr>
          <a:xfrm>
            <a:off x="10598382" y="581796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4763811D-8E0E-42DE-B3D7-11C4057253DE}"/>
              </a:ext>
            </a:extLst>
          </p:cNvPr>
          <p:cNvSpPr/>
          <p:nvPr/>
        </p:nvSpPr>
        <p:spPr>
          <a:xfrm>
            <a:off x="10472462" y="60485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1EC0404F-E9FF-41D0-A36F-47A414AA7805}"/>
              </a:ext>
            </a:extLst>
          </p:cNvPr>
          <p:cNvSpPr/>
          <p:nvPr/>
        </p:nvSpPr>
        <p:spPr>
          <a:xfrm>
            <a:off x="10380644" y="6294739"/>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497537D4-F358-447E-BB5F-30CE8F28F741}"/>
              </a:ext>
            </a:extLst>
          </p:cNvPr>
          <p:cNvSpPr/>
          <p:nvPr/>
        </p:nvSpPr>
        <p:spPr>
          <a:xfrm>
            <a:off x="10324794" y="655147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B27984C0-7CE0-4331-9677-80768B8494BB}"/>
              </a:ext>
            </a:extLst>
          </p:cNvPr>
          <p:cNvSpPr/>
          <p:nvPr/>
        </p:nvSpPr>
        <p:spPr>
          <a:xfrm>
            <a:off x="10306050" y="68135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7FFA58FD-86D8-484B-B2B0-CC555C9CDB94}"/>
              </a:ext>
            </a:extLst>
          </p:cNvPr>
          <p:cNvSpPr/>
          <p:nvPr/>
        </p:nvSpPr>
        <p:spPr>
          <a:xfrm>
            <a:off x="12157075" y="5426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FE1A5405-B2D5-47BC-948E-BF7A959EC3B8}"/>
              </a:ext>
            </a:extLst>
          </p:cNvPr>
          <p:cNvSpPr/>
          <p:nvPr/>
        </p:nvSpPr>
        <p:spPr>
          <a:xfrm>
            <a:off x="11884533" y="5452918"/>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8F7DDDD8-BF66-4A8D-8F6F-4D5CAC841284}"/>
              </a:ext>
            </a:extLst>
          </p:cNvPr>
          <p:cNvSpPr/>
          <p:nvPr/>
        </p:nvSpPr>
        <p:spPr>
          <a:xfrm>
            <a:off x="11622467" y="553241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CAD0CBA0-40EC-4A78-94DB-C206E36B3948}"/>
              </a:ext>
            </a:extLst>
          </p:cNvPr>
          <p:cNvSpPr/>
          <p:nvPr/>
        </p:nvSpPr>
        <p:spPr>
          <a:xfrm>
            <a:off x="11380943" y="5661512"/>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6B80EC59-84C7-44E1-8496-50E3A8B08256}"/>
              </a:ext>
            </a:extLst>
          </p:cNvPr>
          <p:cNvSpPr/>
          <p:nvPr/>
        </p:nvSpPr>
        <p:spPr>
          <a:xfrm>
            <a:off x="11169247" y="5835247"/>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B7AC9764-22D4-41E6-909B-D6A0006EECDF}"/>
              </a:ext>
            </a:extLst>
          </p:cNvPr>
          <p:cNvSpPr/>
          <p:nvPr/>
        </p:nvSpPr>
        <p:spPr>
          <a:xfrm>
            <a:off x="10995512" y="604694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034A3BFD-B927-4F12-AA16-D5628F5185AF}"/>
              </a:ext>
            </a:extLst>
          </p:cNvPr>
          <p:cNvSpPr/>
          <p:nvPr/>
        </p:nvSpPr>
        <p:spPr>
          <a:xfrm>
            <a:off x="10866415" y="6288466"/>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5E03965C-9E14-4D8B-88E6-4565821298C9}"/>
              </a:ext>
            </a:extLst>
          </p:cNvPr>
          <p:cNvSpPr/>
          <p:nvPr/>
        </p:nvSpPr>
        <p:spPr>
          <a:xfrm>
            <a:off x="10786918" y="655053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879B1F39-4F16-4BE0-BAFD-D3470B1D532C}"/>
              </a:ext>
            </a:extLst>
          </p:cNvPr>
          <p:cNvSpPr/>
          <p:nvPr/>
        </p:nvSpPr>
        <p:spPr>
          <a:xfrm>
            <a:off x="10760075" y="6823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D511F89C-4ABD-4BAD-970E-5F7E451CC717}"/>
              </a:ext>
            </a:extLst>
          </p:cNvPr>
          <p:cNvSpPr/>
          <p:nvPr/>
        </p:nvSpPr>
        <p:spPr>
          <a:xfrm>
            <a:off x="12166600" y="58801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C0AD965A-79C2-4258-A129-B7841E624696}"/>
              </a:ext>
            </a:extLst>
          </p:cNvPr>
          <p:cNvSpPr/>
          <p:nvPr/>
        </p:nvSpPr>
        <p:spPr>
          <a:xfrm>
            <a:off x="11872261" y="5926719"/>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6D451699-9E0E-42CA-A46E-828808C81CC3}"/>
              </a:ext>
            </a:extLst>
          </p:cNvPr>
          <p:cNvSpPr/>
          <p:nvPr/>
        </p:nvSpPr>
        <p:spPr>
          <a:xfrm>
            <a:off x="11606734" y="606201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F70CF10B-BB76-4C91-8D98-23F975841691}"/>
              </a:ext>
            </a:extLst>
          </p:cNvPr>
          <p:cNvSpPr/>
          <p:nvPr/>
        </p:nvSpPr>
        <p:spPr>
          <a:xfrm>
            <a:off x="11396011" y="6272735"/>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259271D9-4ED6-4373-9A20-7B9328B7AA37}"/>
              </a:ext>
            </a:extLst>
          </p:cNvPr>
          <p:cNvSpPr/>
          <p:nvPr/>
        </p:nvSpPr>
        <p:spPr>
          <a:xfrm>
            <a:off x="11260719" y="653826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5DB97A6E-C9DE-434C-B241-FBEE62254B20}"/>
              </a:ext>
            </a:extLst>
          </p:cNvPr>
          <p:cNvSpPr/>
          <p:nvPr/>
        </p:nvSpPr>
        <p:spPr>
          <a:xfrm>
            <a:off x="11214100" y="68326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CD12D650-5186-47DB-ACF5-94C05A99A959}"/>
              </a:ext>
            </a:extLst>
          </p:cNvPr>
          <p:cNvSpPr/>
          <p:nvPr/>
        </p:nvSpPr>
        <p:spPr>
          <a:xfrm>
            <a:off x="12176125" y="6334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3379EB0B-28CA-482C-A670-DBD5F48AD838}"/>
              </a:ext>
            </a:extLst>
          </p:cNvPr>
          <p:cNvSpPr/>
          <p:nvPr/>
        </p:nvSpPr>
        <p:spPr>
          <a:xfrm>
            <a:off x="11816914" y="6482915"/>
            <a:ext cx="31750" cy="31749"/>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0B39727A-2A7F-4030-AA31-E71345E847EF}"/>
              </a:ext>
            </a:extLst>
          </p:cNvPr>
          <p:cNvSpPr/>
          <p:nvPr/>
        </p:nvSpPr>
        <p:spPr>
          <a:xfrm>
            <a:off x="11668125" y="6842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TextBox 1"/>
          <p:cNvSpPr txBox="1"/>
          <p:nvPr/>
        </p:nvSpPr>
        <p:spPr>
          <a:xfrm>
            <a:off x="731520" y="457200"/>
            <a:ext cx="10698480" cy="731520"/>
          </a:xfrm>
          <a:prstGeom prst="rect">
            <a:avLst/>
          </a:prstGeom>
          <a:noFill/>
        </p:spPr>
        <p:txBody>
          <a:bodyPr wrap="square" lIns="45720" rIns="45720">
            <a:spAutoFit/>
          </a:bodyPr>
          <a:lstStyle/>
          <a:p>
            <a:pPr algn="l">
              <a:spcAft>
                <a:spcPts val="200"/>
              </a:spcAft>
            </a:pPr>
            <a:r>
              <a:rPr sz="1200" b="1" i="0">
                <a:solidFill>
                  <a:srgbClr val="00A5A3"/>
                </a:solidFill>
                <a:latin typeface="Manrope"/>
              </a:rPr>
              <a:t>11. WHAT INDUSTRY LEADERS SAY</a:t>
            </a:r>
          </a:p>
          <a:p>
            <a:pPr algn="l"/>
            <a:r>
              <a:rPr sz="2200" b="1" i="0">
                <a:solidFill>
                  <a:srgbClr val="004B4E"/>
                </a:solidFill>
                <a:latin typeface="Manrope"/>
              </a:rPr>
              <a:t>Voices of Trust and Impact Across Our Global Network</a:t>
            </a:r>
          </a:p>
        </p:txBody>
      </p:sp>
      <p:sp>
        <p:nvSpPr>
          <p:cNvPr id="3" name="Rectangle 2"/>
          <p:cNvSpPr/>
          <p:nvPr/>
        </p:nvSpPr>
        <p:spPr>
          <a:xfrm>
            <a:off x="731520" y="1463040"/>
            <a:ext cx="3383280" cy="475488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914400" cy="731520"/>
          </a:xfrm>
          <a:prstGeom prst="rect">
            <a:avLst/>
          </a:prstGeom>
          <a:noFill/>
        </p:spPr>
        <p:txBody>
          <a:bodyPr wrap="square" lIns="45720" rIns="45720">
            <a:spAutoFit/>
          </a:bodyPr>
          <a:lstStyle/>
          <a:p>
            <a:pPr algn="l"/>
            <a:r>
              <a:rPr sz="4800" b="1" i="0">
                <a:solidFill>
                  <a:srgbClr val="00A5A3"/>
                </a:solidFill>
                <a:latin typeface="Manrope"/>
              </a:rPr>
              <a:t>"</a:t>
            </a:r>
          </a:p>
        </p:txBody>
      </p:sp>
      <p:sp>
        <p:nvSpPr>
          <p:cNvPr id="5" name="TextBox 4"/>
          <p:cNvSpPr txBox="1"/>
          <p:nvPr/>
        </p:nvSpPr>
        <p:spPr>
          <a:xfrm>
            <a:off x="960120" y="2286000"/>
            <a:ext cx="2926080" cy="3657600"/>
          </a:xfrm>
          <a:prstGeom prst="rect">
            <a:avLst/>
          </a:prstGeom>
          <a:noFill/>
        </p:spPr>
        <p:txBody>
          <a:bodyPr wrap="square" lIns="45720" rIns="45720">
            <a:spAutoFit/>
          </a:bodyPr>
          <a:lstStyle/>
          <a:p>
            <a:pPr algn="l">
              <a:lnSpc>
                <a:spcPct val="130000"/>
              </a:lnSpc>
            </a:pPr>
            <a:r>
              <a:rPr sz="1250" b="0" i="1">
                <a:solidFill>
                  <a:srgbClr val="3C3C3C"/>
                </a:solidFill>
                <a:latin typeface="Manrope"/>
              </a:rPr>
              <a:t>It was an absolute pleasure to work with the Trescon team. The platform’s outstanding quality and the team’s professionalism and enthusiasm were truly commendable.
</a:t>
            </a:r>
          </a:p>
          <a:p>
            <a:pPr algn="l"/>
            <a:r>
              <a:rPr sz="1100" b="1" i="0">
                <a:solidFill>
                  <a:srgbClr val="004B4E"/>
                </a:solidFill>
                <a:latin typeface="Manrope"/>
              </a:rPr>
              <a:t>— Enterprise CXO Partner
</a:t>
            </a:r>
          </a:p>
          <a:p>
            <a:pPr algn="l"/>
            <a:r>
              <a:rPr sz="950" b="0" i="0">
                <a:solidFill>
                  <a:srgbClr val="787878"/>
                </a:solidFill>
                <a:latin typeface="Manrope"/>
              </a:rPr>
              <a:t>Signature Tech Summit Sponsor</a:t>
            </a:r>
          </a:p>
        </p:txBody>
      </p:sp>
      <p:sp>
        <p:nvSpPr>
          <p:cNvPr id="6" name="Rectangle 5"/>
          <p:cNvSpPr/>
          <p:nvPr/>
        </p:nvSpPr>
        <p:spPr>
          <a:xfrm>
            <a:off x="4389120" y="1463040"/>
            <a:ext cx="3383280" cy="475488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0" y="1645920"/>
            <a:ext cx="914400" cy="731520"/>
          </a:xfrm>
          <a:prstGeom prst="rect">
            <a:avLst/>
          </a:prstGeom>
          <a:noFill/>
        </p:spPr>
        <p:txBody>
          <a:bodyPr wrap="square" lIns="45720" rIns="45720">
            <a:spAutoFit/>
          </a:bodyPr>
          <a:lstStyle/>
          <a:p>
            <a:pPr algn="l"/>
            <a:r>
              <a:rPr sz="4800" b="1" i="0">
                <a:solidFill>
                  <a:srgbClr val="00A5A3"/>
                </a:solidFill>
                <a:latin typeface="Manrope"/>
              </a:rPr>
              <a:t>"</a:t>
            </a:r>
          </a:p>
        </p:txBody>
      </p:sp>
      <p:sp>
        <p:nvSpPr>
          <p:cNvPr id="8" name="TextBox 7"/>
          <p:cNvSpPr txBox="1"/>
          <p:nvPr/>
        </p:nvSpPr>
        <p:spPr>
          <a:xfrm>
            <a:off x="4617720" y="2286000"/>
            <a:ext cx="2926080" cy="3657600"/>
          </a:xfrm>
          <a:prstGeom prst="rect">
            <a:avLst/>
          </a:prstGeom>
          <a:noFill/>
        </p:spPr>
        <p:txBody>
          <a:bodyPr wrap="square" lIns="45720" rIns="45720">
            <a:spAutoFit/>
          </a:bodyPr>
          <a:lstStyle/>
          <a:p>
            <a:pPr algn="l">
              <a:lnSpc>
                <a:spcPct val="130000"/>
              </a:lnSpc>
            </a:pPr>
            <a:r>
              <a:rPr sz="1250" b="0" i="1">
                <a:solidFill>
                  <a:srgbClr val="3C3C3C"/>
                </a:solidFill>
                <a:latin typeface="Manrope"/>
              </a:rPr>
              <a:t>Trescon’s efforts, well-structured organization, follow-up efforts, and accommodative approach are exceptional. They bridge public targets and private solutions seamlessly.
</a:t>
            </a:r>
          </a:p>
          <a:p>
            <a:pPr algn="l"/>
            <a:r>
              <a:rPr sz="1100" b="1" i="0">
                <a:solidFill>
                  <a:srgbClr val="004B4E"/>
                </a:solidFill>
                <a:latin typeface="Manrope"/>
              </a:rPr>
              <a:t>— Government Department Head
</a:t>
            </a:r>
          </a:p>
          <a:p>
            <a:pPr algn="l"/>
            <a:r>
              <a:rPr sz="950" b="0" i="0">
                <a:solidFill>
                  <a:srgbClr val="787878"/>
                </a:solidFill>
                <a:latin typeface="Manrope"/>
              </a:rPr>
              <a:t>Skill Development &amp; Policy Sponsor</a:t>
            </a:r>
          </a:p>
        </p:txBody>
      </p:sp>
      <p:sp>
        <p:nvSpPr>
          <p:cNvPr id="9" name="Rectangle 8"/>
          <p:cNvSpPr/>
          <p:nvPr/>
        </p:nvSpPr>
        <p:spPr>
          <a:xfrm>
            <a:off x="8046720" y="1463040"/>
            <a:ext cx="3383280" cy="475488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645920"/>
            <a:ext cx="914400" cy="731520"/>
          </a:xfrm>
          <a:prstGeom prst="rect">
            <a:avLst/>
          </a:prstGeom>
          <a:noFill/>
        </p:spPr>
        <p:txBody>
          <a:bodyPr wrap="square" lIns="45720" rIns="45720">
            <a:spAutoFit/>
          </a:bodyPr>
          <a:lstStyle/>
          <a:p>
            <a:pPr algn="l"/>
            <a:r>
              <a:rPr sz="4800" b="1" i="0">
                <a:solidFill>
                  <a:srgbClr val="00A5A3"/>
                </a:solidFill>
                <a:latin typeface="Manrope"/>
              </a:rPr>
              <a:t>"</a:t>
            </a:r>
          </a:p>
        </p:txBody>
      </p:sp>
      <p:sp>
        <p:nvSpPr>
          <p:cNvPr id="11" name="TextBox 10"/>
          <p:cNvSpPr txBox="1"/>
          <p:nvPr/>
        </p:nvSpPr>
        <p:spPr>
          <a:xfrm>
            <a:off x="8275320" y="2286000"/>
            <a:ext cx="2926080" cy="3657600"/>
          </a:xfrm>
          <a:prstGeom prst="rect">
            <a:avLst/>
          </a:prstGeom>
          <a:noFill/>
        </p:spPr>
        <p:txBody>
          <a:bodyPr wrap="square" lIns="45720" rIns="45720">
            <a:spAutoFit/>
          </a:bodyPr>
          <a:lstStyle/>
          <a:p>
            <a:pPr algn="l">
              <a:lnSpc>
                <a:spcPct val="130000"/>
              </a:lnSpc>
            </a:pPr>
            <a:r>
              <a:rPr sz="1250" b="0" i="1">
                <a:solidFill>
                  <a:srgbClr val="3C3C3C"/>
                </a:solidFill>
                <a:latin typeface="Manrope"/>
              </a:rPr>
              <a:t>Dubai FinTech Summit has been fantastic - the content, the speakers, everyone absolutely superb. It has been a real success for our regional market expansion.
</a:t>
            </a:r>
          </a:p>
          <a:p>
            <a:pPr algn="l"/>
            <a:r>
              <a:rPr sz="1100" b="1" i="0">
                <a:solidFill>
                  <a:srgbClr val="004B4E"/>
                </a:solidFill>
                <a:latin typeface="Manrope"/>
              </a:rPr>
              <a:t>— Global Technology Director
</a:t>
            </a:r>
          </a:p>
          <a:p>
            <a:pPr algn="l"/>
            <a:r>
              <a:rPr sz="950" b="0" i="0">
                <a:solidFill>
                  <a:srgbClr val="787878"/>
                </a:solidFill>
                <a:latin typeface="Manrope"/>
              </a:rPr>
              <a:t>FinTech Solution Provider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4B4E"/>
        </a:solidFill>
        <a:effectLst/>
      </p:bgPr>
    </p:bg>
    <p:spTree>
      <p:nvGrpSpPr>
        <p:cNvPr id="1" name=""/>
        <p:cNvGrpSpPr/>
        <p:nvPr/>
      </p:nvGrpSpPr>
      <p:grpSpPr>
        <a:xfrm>
          <a:off x="0" y="0"/>
          <a:ext cx="0" cy="0"/>
          <a:chOff x="0" y="0"/>
          <a:chExt cx="0" cy="0"/>
        </a:xfrm>
      </p:grpSpPr>
      <p:sp>
        <p:nvSpPr>
          <p:cNvPr id="101" name="Oval 100">
            <a:extLst>
              <a:ext uri="{FF2B5EF4-FFF2-40B4-BE49-F238E27FC236}">
                <a16:creationId xmlns:a16="http://schemas.microsoft.com/office/drawing/2014/main" id="{4D510ABF-1065-4A81-B2AB-9449CE9C2ADA}"/>
              </a:ext>
            </a:extLst>
          </p:cNvPr>
          <p:cNvSpPr/>
          <p:nvPr/>
        </p:nvSpPr>
        <p:spPr>
          <a:xfrm>
            <a:off x="-53975" y="223202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0" name="Oval 99">
            <a:extLst>
              <a:ext uri="{FF2B5EF4-FFF2-40B4-BE49-F238E27FC236}">
                <a16:creationId xmlns:a16="http://schemas.microsoft.com/office/drawing/2014/main" id="{1132534E-89A5-4DE4-8580-02638B94F86B}"/>
              </a:ext>
            </a:extLst>
          </p:cNvPr>
          <p:cNvSpPr/>
          <p:nvPr/>
        </p:nvSpPr>
        <p:spPr>
          <a:xfrm>
            <a:off x="201976" y="221765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257535E5-2CA8-4315-A6B5-0E8023359E7D}"/>
              </a:ext>
            </a:extLst>
          </p:cNvPr>
          <p:cNvSpPr/>
          <p:nvPr/>
        </p:nvSpPr>
        <p:spPr>
          <a:xfrm>
            <a:off x="454708" y="217471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8" name="Oval 97">
            <a:extLst>
              <a:ext uri="{FF2B5EF4-FFF2-40B4-BE49-F238E27FC236}">
                <a16:creationId xmlns:a16="http://schemas.microsoft.com/office/drawing/2014/main" id="{894939E5-F4C7-41F4-A18E-BF6DAF6BB9C0}"/>
              </a:ext>
            </a:extLst>
          </p:cNvPr>
          <p:cNvSpPr/>
          <p:nvPr/>
        </p:nvSpPr>
        <p:spPr>
          <a:xfrm>
            <a:off x="701043" y="210374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7" name="Oval 96">
            <a:extLst>
              <a:ext uri="{FF2B5EF4-FFF2-40B4-BE49-F238E27FC236}">
                <a16:creationId xmlns:a16="http://schemas.microsoft.com/office/drawing/2014/main" id="{5A9767C5-690C-4527-9C48-6C5CF2DC3032}"/>
              </a:ext>
            </a:extLst>
          </p:cNvPr>
          <p:cNvSpPr/>
          <p:nvPr/>
        </p:nvSpPr>
        <p:spPr>
          <a:xfrm>
            <a:off x="937883" y="200564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6" name="Oval 95">
            <a:extLst>
              <a:ext uri="{FF2B5EF4-FFF2-40B4-BE49-F238E27FC236}">
                <a16:creationId xmlns:a16="http://schemas.microsoft.com/office/drawing/2014/main" id="{255E710F-CDA7-41C7-B777-D5408740DDB4}"/>
              </a:ext>
            </a:extLst>
          </p:cNvPr>
          <p:cNvSpPr/>
          <p:nvPr/>
        </p:nvSpPr>
        <p:spPr>
          <a:xfrm>
            <a:off x="1162250" y="1881637"/>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5" name="Oval 94">
            <a:extLst>
              <a:ext uri="{FF2B5EF4-FFF2-40B4-BE49-F238E27FC236}">
                <a16:creationId xmlns:a16="http://schemas.microsoft.com/office/drawing/2014/main" id="{29AAA009-A245-4569-ACE5-6CA90A95DC62}"/>
              </a:ext>
            </a:extLst>
          </p:cNvPr>
          <p:cNvSpPr/>
          <p:nvPr/>
        </p:nvSpPr>
        <p:spPr>
          <a:xfrm>
            <a:off x="1371323" y="173329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4" name="Oval 93">
            <a:extLst>
              <a:ext uri="{FF2B5EF4-FFF2-40B4-BE49-F238E27FC236}">
                <a16:creationId xmlns:a16="http://schemas.microsoft.com/office/drawing/2014/main" id="{51482794-C901-4323-A853-46CE4FF95E4A}"/>
              </a:ext>
            </a:extLst>
          </p:cNvPr>
          <p:cNvSpPr/>
          <p:nvPr/>
        </p:nvSpPr>
        <p:spPr>
          <a:xfrm>
            <a:off x="1562471" y="156247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3" name="Oval 92">
            <a:extLst>
              <a:ext uri="{FF2B5EF4-FFF2-40B4-BE49-F238E27FC236}">
                <a16:creationId xmlns:a16="http://schemas.microsoft.com/office/drawing/2014/main" id="{AF7CC57F-848D-48DF-A24B-88B45A1D989C}"/>
              </a:ext>
            </a:extLst>
          </p:cNvPr>
          <p:cNvSpPr/>
          <p:nvPr/>
        </p:nvSpPr>
        <p:spPr>
          <a:xfrm>
            <a:off x="1733292" y="137132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2" name="Oval 91">
            <a:extLst>
              <a:ext uri="{FF2B5EF4-FFF2-40B4-BE49-F238E27FC236}">
                <a16:creationId xmlns:a16="http://schemas.microsoft.com/office/drawing/2014/main" id="{34D3F219-00D1-4FC0-A167-357FCB11F2A7}"/>
              </a:ext>
            </a:extLst>
          </p:cNvPr>
          <p:cNvSpPr/>
          <p:nvPr/>
        </p:nvSpPr>
        <p:spPr>
          <a:xfrm>
            <a:off x="1881637" y="116225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1" name="Oval 90">
            <a:extLst>
              <a:ext uri="{FF2B5EF4-FFF2-40B4-BE49-F238E27FC236}">
                <a16:creationId xmlns:a16="http://schemas.microsoft.com/office/drawing/2014/main" id="{2C6A6F4F-47CB-40FF-B1DA-48E29619F740}"/>
              </a:ext>
            </a:extLst>
          </p:cNvPr>
          <p:cNvSpPr/>
          <p:nvPr/>
        </p:nvSpPr>
        <p:spPr>
          <a:xfrm>
            <a:off x="2005640" y="93788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0" name="Oval 89">
            <a:extLst>
              <a:ext uri="{FF2B5EF4-FFF2-40B4-BE49-F238E27FC236}">
                <a16:creationId xmlns:a16="http://schemas.microsoft.com/office/drawing/2014/main" id="{D8469E02-E4F3-41CB-85DA-A8DD2B534B8D}"/>
              </a:ext>
            </a:extLst>
          </p:cNvPr>
          <p:cNvSpPr/>
          <p:nvPr/>
        </p:nvSpPr>
        <p:spPr>
          <a:xfrm>
            <a:off x="2103742" y="70104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9" name="Oval 88">
            <a:extLst>
              <a:ext uri="{FF2B5EF4-FFF2-40B4-BE49-F238E27FC236}">
                <a16:creationId xmlns:a16="http://schemas.microsoft.com/office/drawing/2014/main" id="{D73CC9FF-00FE-4C87-B51F-F500410EAFB4}"/>
              </a:ext>
            </a:extLst>
          </p:cNvPr>
          <p:cNvSpPr/>
          <p:nvPr/>
        </p:nvSpPr>
        <p:spPr>
          <a:xfrm>
            <a:off x="2174710" y="454708"/>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8" name="Oval 87">
            <a:extLst>
              <a:ext uri="{FF2B5EF4-FFF2-40B4-BE49-F238E27FC236}">
                <a16:creationId xmlns:a16="http://schemas.microsoft.com/office/drawing/2014/main" id="{DB8B7D52-709B-4D2D-9BD1-121BC3034C75}"/>
              </a:ext>
            </a:extLst>
          </p:cNvPr>
          <p:cNvSpPr/>
          <p:nvPr/>
        </p:nvSpPr>
        <p:spPr>
          <a:xfrm>
            <a:off x="2217651" y="201976"/>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7" name="Oval 86">
            <a:extLst>
              <a:ext uri="{FF2B5EF4-FFF2-40B4-BE49-F238E27FC236}">
                <a16:creationId xmlns:a16="http://schemas.microsoft.com/office/drawing/2014/main" id="{3DA4C541-60DA-407B-9461-8C889B1C1180}"/>
              </a:ext>
            </a:extLst>
          </p:cNvPr>
          <p:cNvSpPr/>
          <p:nvPr/>
        </p:nvSpPr>
        <p:spPr>
          <a:xfrm>
            <a:off x="2232025" y="-5397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6" name="Oval 85">
            <a:extLst>
              <a:ext uri="{FF2B5EF4-FFF2-40B4-BE49-F238E27FC236}">
                <a16:creationId xmlns:a16="http://schemas.microsoft.com/office/drawing/2014/main" id="{79786641-73F2-41F4-A4C5-FAF75185EF43}"/>
              </a:ext>
            </a:extLst>
          </p:cNvPr>
          <p:cNvSpPr/>
          <p:nvPr/>
        </p:nvSpPr>
        <p:spPr>
          <a:xfrm>
            <a:off x="-44450" y="17970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5" name="Oval 84">
            <a:extLst>
              <a:ext uri="{FF2B5EF4-FFF2-40B4-BE49-F238E27FC236}">
                <a16:creationId xmlns:a16="http://schemas.microsoft.com/office/drawing/2014/main" id="{B006618C-E85C-400B-8E00-2F94820438EB}"/>
              </a:ext>
            </a:extLst>
          </p:cNvPr>
          <p:cNvSpPr/>
          <p:nvPr/>
        </p:nvSpPr>
        <p:spPr>
          <a:xfrm>
            <a:off x="217623" y="177830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4" name="Oval 83">
            <a:extLst>
              <a:ext uri="{FF2B5EF4-FFF2-40B4-BE49-F238E27FC236}">
                <a16:creationId xmlns:a16="http://schemas.microsoft.com/office/drawing/2014/main" id="{C576FFCD-F4EB-4D21-8D3D-C10636C9A5E3}"/>
              </a:ext>
            </a:extLst>
          </p:cNvPr>
          <p:cNvSpPr/>
          <p:nvPr/>
        </p:nvSpPr>
        <p:spPr>
          <a:xfrm>
            <a:off x="474360" y="172245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42F51750-11D6-4FD3-A66C-908F33C9887C}"/>
              </a:ext>
            </a:extLst>
          </p:cNvPr>
          <p:cNvSpPr/>
          <p:nvPr/>
        </p:nvSpPr>
        <p:spPr>
          <a:xfrm>
            <a:off x="720537" y="16306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2" name="Oval 81">
            <a:extLst>
              <a:ext uri="{FF2B5EF4-FFF2-40B4-BE49-F238E27FC236}">
                <a16:creationId xmlns:a16="http://schemas.microsoft.com/office/drawing/2014/main" id="{72B85382-E2A1-421E-BF23-BF8E2F72F1AB}"/>
              </a:ext>
            </a:extLst>
          </p:cNvPr>
          <p:cNvSpPr/>
          <p:nvPr/>
        </p:nvSpPr>
        <p:spPr>
          <a:xfrm>
            <a:off x="951140" y="1504718"/>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D6463C51-11AC-42E1-9061-2A27103ED84D}"/>
              </a:ext>
            </a:extLst>
          </p:cNvPr>
          <p:cNvSpPr/>
          <p:nvPr/>
        </p:nvSpPr>
        <p:spPr>
          <a:xfrm>
            <a:off x="1161476" y="134726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753113F0-CFDA-410C-B502-359B444CEB5C}"/>
              </a:ext>
            </a:extLst>
          </p:cNvPr>
          <p:cNvSpPr/>
          <p:nvPr/>
        </p:nvSpPr>
        <p:spPr>
          <a:xfrm>
            <a:off x="1347263" y="116147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9" name="Oval 78">
            <a:extLst>
              <a:ext uri="{FF2B5EF4-FFF2-40B4-BE49-F238E27FC236}">
                <a16:creationId xmlns:a16="http://schemas.microsoft.com/office/drawing/2014/main" id="{7873C41F-493B-49BD-8324-5B238A7E3B98}"/>
              </a:ext>
            </a:extLst>
          </p:cNvPr>
          <p:cNvSpPr/>
          <p:nvPr/>
        </p:nvSpPr>
        <p:spPr>
          <a:xfrm>
            <a:off x="1504718" y="95114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45BB614E-3E4C-4186-933E-10F9BEF4E1C4}"/>
              </a:ext>
            </a:extLst>
          </p:cNvPr>
          <p:cNvSpPr/>
          <p:nvPr/>
        </p:nvSpPr>
        <p:spPr>
          <a:xfrm>
            <a:off x="1630637" y="7205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2D0A0EBE-04AF-4EC2-BCF9-C7821C2214F7}"/>
              </a:ext>
            </a:extLst>
          </p:cNvPr>
          <p:cNvSpPr/>
          <p:nvPr/>
        </p:nvSpPr>
        <p:spPr>
          <a:xfrm>
            <a:off x="1722456" y="47436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8823793A-0E23-479A-8839-7187CF2C9D7E}"/>
              </a:ext>
            </a:extLst>
          </p:cNvPr>
          <p:cNvSpPr/>
          <p:nvPr/>
        </p:nvSpPr>
        <p:spPr>
          <a:xfrm>
            <a:off x="1778306" y="21762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5" name="Oval 74">
            <a:extLst>
              <a:ext uri="{FF2B5EF4-FFF2-40B4-BE49-F238E27FC236}">
                <a16:creationId xmlns:a16="http://schemas.microsoft.com/office/drawing/2014/main" id="{5D3850A5-2DBA-4A45-A221-D83923CD6E15}"/>
              </a:ext>
            </a:extLst>
          </p:cNvPr>
          <p:cNvSpPr/>
          <p:nvPr/>
        </p:nvSpPr>
        <p:spPr>
          <a:xfrm>
            <a:off x="1797050" y="-444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4" name="Oval 73">
            <a:extLst>
              <a:ext uri="{FF2B5EF4-FFF2-40B4-BE49-F238E27FC236}">
                <a16:creationId xmlns:a16="http://schemas.microsoft.com/office/drawing/2014/main" id="{F474172D-A2F7-418B-80C0-427E64779FF6}"/>
              </a:ext>
            </a:extLst>
          </p:cNvPr>
          <p:cNvSpPr/>
          <p:nvPr/>
        </p:nvSpPr>
        <p:spPr>
          <a:xfrm>
            <a:off x="-34925" y="136207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3" name="Oval 72">
            <a:extLst>
              <a:ext uri="{FF2B5EF4-FFF2-40B4-BE49-F238E27FC236}">
                <a16:creationId xmlns:a16="http://schemas.microsoft.com/office/drawing/2014/main" id="{68A59F18-E935-4F74-9988-FA18B6A94CBD}"/>
              </a:ext>
            </a:extLst>
          </p:cNvPr>
          <p:cNvSpPr/>
          <p:nvPr/>
        </p:nvSpPr>
        <p:spPr>
          <a:xfrm>
            <a:off x="237616" y="1335232"/>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2" name="Oval 71">
            <a:extLst>
              <a:ext uri="{FF2B5EF4-FFF2-40B4-BE49-F238E27FC236}">
                <a16:creationId xmlns:a16="http://schemas.microsoft.com/office/drawing/2014/main" id="{7C53029D-5014-40B5-9C15-0D93795DAAB2}"/>
              </a:ext>
            </a:extLst>
          </p:cNvPr>
          <p:cNvSpPr/>
          <p:nvPr/>
        </p:nvSpPr>
        <p:spPr>
          <a:xfrm>
            <a:off x="499684" y="125573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1" name="Oval 70">
            <a:extLst>
              <a:ext uri="{FF2B5EF4-FFF2-40B4-BE49-F238E27FC236}">
                <a16:creationId xmlns:a16="http://schemas.microsoft.com/office/drawing/2014/main" id="{45BE91B9-1F1B-4C27-9B66-00D88EE18E82}"/>
              </a:ext>
            </a:extLst>
          </p:cNvPr>
          <p:cNvSpPr/>
          <p:nvPr/>
        </p:nvSpPr>
        <p:spPr>
          <a:xfrm>
            <a:off x="741207" y="1126638"/>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C453126A-E8A3-4088-BB2F-934893A1BB76}"/>
              </a:ext>
            </a:extLst>
          </p:cNvPr>
          <p:cNvSpPr/>
          <p:nvPr/>
        </p:nvSpPr>
        <p:spPr>
          <a:xfrm>
            <a:off x="952903" y="952903"/>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9" name="Oval 68">
            <a:extLst>
              <a:ext uri="{FF2B5EF4-FFF2-40B4-BE49-F238E27FC236}">
                <a16:creationId xmlns:a16="http://schemas.microsoft.com/office/drawing/2014/main" id="{13427363-AFC5-4E18-BF4B-8DE30210435F}"/>
              </a:ext>
            </a:extLst>
          </p:cNvPr>
          <p:cNvSpPr/>
          <p:nvPr/>
        </p:nvSpPr>
        <p:spPr>
          <a:xfrm>
            <a:off x="1126638" y="741207"/>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8" name="Oval 67">
            <a:extLst>
              <a:ext uri="{FF2B5EF4-FFF2-40B4-BE49-F238E27FC236}">
                <a16:creationId xmlns:a16="http://schemas.microsoft.com/office/drawing/2014/main" id="{41C4FEFB-B7B1-46CD-9009-C6C3EACCCD5F}"/>
              </a:ext>
            </a:extLst>
          </p:cNvPr>
          <p:cNvSpPr/>
          <p:nvPr/>
        </p:nvSpPr>
        <p:spPr>
          <a:xfrm>
            <a:off x="1255735" y="499684"/>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B5087A1B-4449-4152-AC0F-F3996C661CDC}"/>
              </a:ext>
            </a:extLst>
          </p:cNvPr>
          <p:cNvSpPr/>
          <p:nvPr/>
        </p:nvSpPr>
        <p:spPr>
          <a:xfrm>
            <a:off x="1335232" y="237616"/>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85520CF4-D2BE-49B4-B6AB-E0A3DB7E907D}"/>
              </a:ext>
            </a:extLst>
          </p:cNvPr>
          <p:cNvSpPr/>
          <p:nvPr/>
        </p:nvSpPr>
        <p:spPr>
          <a:xfrm>
            <a:off x="1362075" y="-3492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431EC678-9F63-4442-9E9B-C24F10417240}"/>
              </a:ext>
            </a:extLst>
          </p:cNvPr>
          <p:cNvSpPr/>
          <p:nvPr/>
        </p:nvSpPr>
        <p:spPr>
          <a:xfrm>
            <a:off x="-25400" y="9271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9EE32889-720F-4D5A-BB51-C0669DCDF24A}"/>
              </a:ext>
            </a:extLst>
          </p:cNvPr>
          <p:cNvSpPr/>
          <p:nvPr/>
        </p:nvSpPr>
        <p:spPr>
          <a:xfrm>
            <a:off x="268939" y="880481"/>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511576AC-859B-45C3-AE62-03AB9B2F3B83}"/>
              </a:ext>
            </a:extLst>
          </p:cNvPr>
          <p:cNvSpPr/>
          <p:nvPr/>
        </p:nvSpPr>
        <p:spPr>
          <a:xfrm>
            <a:off x="534465" y="74518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A512CE50-097E-43ED-A0DD-99319944729F}"/>
              </a:ext>
            </a:extLst>
          </p:cNvPr>
          <p:cNvSpPr/>
          <p:nvPr/>
        </p:nvSpPr>
        <p:spPr>
          <a:xfrm>
            <a:off x="745189" y="534465"/>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ADDE8CD2-CA09-46C2-9A74-BACB94E9F2D0}"/>
              </a:ext>
            </a:extLst>
          </p:cNvPr>
          <p:cNvSpPr/>
          <p:nvPr/>
        </p:nvSpPr>
        <p:spPr>
          <a:xfrm>
            <a:off x="880481" y="26893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0" name="Oval 59">
            <a:extLst>
              <a:ext uri="{FF2B5EF4-FFF2-40B4-BE49-F238E27FC236}">
                <a16:creationId xmlns:a16="http://schemas.microsoft.com/office/drawing/2014/main" id="{5912C1E5-1630-48DF-8EC6-02C03CCA1865}"/>
              </a:ext>
            </a:extLst>
          </p:cNvPr>
          <p:cNvSpPr/>
          <p:nvPr/>
        </p:nvSpPr>
        <p:spPr>
          <a:xfrm>
            <a:off x="927100" y="-254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5B954D4E-8884-49B9-8013-B38BE89696DD}"/>
              </a:ext>
            </a:extLst>
          </p:cNvPr>
          <p:cNvSpPr/>
          <p:nvPr/>
        </p:nvSpPr>
        <p:spPr>
          <a:xfrm>
            <a:off x="-15875" y="49212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8" name="Oval 57">
            <a:extLst>
              <a:ext uri="{FF2B5EF4-FFF2-40B4-BE49-F238E27FC236}">
                <a16:creationId xmlns:a16="http://schemas.microsoft.com/office/drawing/2014/main" id="{85353A94-7F68-4304-9680-D01EA6EC5A24}"/>
              </a:ext>
            </a:extLst>
          </p:cNvPr>
          <p:cNvSpPr/>
          <p:nvPr/>
        </p:nvSpPr>
        <p:spPr>
          <a:xfrm>
            <a:off x="343335" y="34333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7" name="Oval 56">
            <a:extLst>
              <a:ext uri="{FF2B5EF4-FFF2-40B4-BE49-F238E27FC236}">
                <a16:creationId xmlns:a16="http://schemas.microsoft.com/office/drawing/2014/main" id="{94BC7FAA-2B11-4924-A6CC-DD0086B9CD22}"/>
              </a:ext>
            </a:extLst>
          </p:cNvPr>
          <p:cNvSpPr/>
          <p:nvPr/>
        </p:nvSpPr>
        <p:spPr>
          <a:xfrm>
            <a:off x="492125" y="-1587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8CDC7485-9F88-4C08-BAD6-A19689F03DD7}"/>
              </a:ext>
            </a:extLst>
          </p:cNvPr>
          <p:cNvSpPr/>
          <p:nvPr/>
        </p:nvSpPr>
        <p:spPr>
          <a:xfrm>
            <a:off x="12138025" y="4518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5" name="Oval 54">
            <a:extLst>
              <a:ext uri="{FF2B5EF4-FFF2-40B4-BE49-F238E27FC236}">
                <a16:creationId xmlns:a16="http://schemas.microsoft.com/office/drawing/2014/main" id="{B3462086-23E1-49F0-B0CF-9E5E36A09A6E}"/>
              </a:ext>
            </a:extLst>
          </p:cNvPr>
          <p:cNvSpPr/>
          <p:nvPr/>
        </p:nvSpPr>
        <p:spPr>
          <a:xfrm>
            <a:off x="11882074" y="453239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4" name="Oval 53">
            <a:extLst>
              <a:ext uri="{FF2B5EF4-FFF2-40B4-BE49-F238E27FC236}">
                <a16:creationId xmlns:a16="http://schemas.microsoft.com/office/drawing/2014/main" id="{4C1E72B6-8E8B-4962-ABFC-BFC8F37AE63F}"/>
              </a:ext>
            </a:extLst>
          </p:cNvPr>
          <p:cNvSpPr/>
          <p:nvPr/>
        </p:nvSpPr>
        <p:spPr>
          <a:xfrm>
            <a:off x="11629342" y="457534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B6C96FD0-72CC-41C3-9EDC-80CB1E2F11AC}"/>
              </a:ext>
            </a:extLst>
          </p:cNvPr>
          <p:cNvSpPr/>
          <p:nvPr/>
        </p:nvSpPr>
        <p:spPr>
          <a:xfrm>
            <a:off x="11383007" y="464630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24ACD804-4950-449C-A99B-CF09A25E2B8D}"/>
              </a:ext>
            </a:extLst>
          </p:cNvPr>
          <p:cNvSpPr/>
          <p:nvPr/>
        </p:nvSpPr>
        <p:spPr>
          <a:xfrm>
            <a:off x="11146167" y="474441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924DA2B1-AC09-41D1-8B50-1F9944526068}"/>
              </a:ext>
            </a:extLst>
          </p:cNvPr>
          <p:cNvSpPr/>
          <p:nvPr/>
        </p:nvSpPr>
        <p:spPr>
          <a:xfrm>
            <a:off x="10921800" y="4868413"/>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A0A07D8A-DCDC-40BB-95E8-9F19C90D2B74}"/>
              </a:ext>
            </a:extLst>
          </p:cNvPr>
          <p:cNvSpPr/>
          <p:nvPr/>
        </p:nvSpPr>
        <p:spPr>
          <a:xfrm>
            <a:off x="10712728" y="501675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DA28A0D0-A07E-4E1F-9C7C-BA492B5782AA}"/>
              </a:ext>
            </a:extLst>
          </p:cNvPr>
          <p:cNvSpPr/>
          <p:nvPr/>
        </p:nvSpPr>
        <p:spPr>
          <a:xfrm>
            <a:off x="10521579" y="518757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A84C00DE-A809-4BA4-B08C-AE37CA42D03D}"/>
              </a:ext>
            </a:extLst>
          </p:cNvPr>
          <p:cNvSpPr/>
          <p:nvPr/>
        </p:nvSpPr>
        <p:spPr>
          <a:xfrm>
            <a:off x="10350758" y="537872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53D8E7B6-37C8-40B6-A956-B6C6C21FAE35}"/>
              </a:ext>
            </a:extLst>
          </p:cNvPr>
          <p:cNvSpPr/>
          <p:nvPr/>
        </p:nvSpPr>
        <p:spPr>
          <a:xfrm>
            <a:off x="10202414" y="558780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C2C9F59E-375B-4E75-AF4B-16E2845AB993}"/>
              </a:ext>
            </a:extLst>
          </p:cNvPr>
          <p:cNvSpPr/>
          <p:nvPr/>
        </p:nvSpPr>
        <p:spPr>
          <a:xfrm>
            <a:off x="10078410" y="581216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22F6B27D-A033-4225-B356-8CF336F40502}"/>
              </a:ext>
            </a:extLst>
          </p:cNvPr>
          <p:cNvSpPr/>
          <p:nvPr/>
        </p:nvSpPr>
        <p:spPr>
          <a:xfrm>
            <a:off x="9980308" y="604900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EAD79B29-7345-4ED6-B484-14F6B16C89B4}"/>
              </a:ext>
            </a:extLst>
          </p:cNvPr>
          <p:cNvSpPr/>
          <p:nvPr/>
        </p:nvSpPr>
        <p:spPr>
          <a:xfrm>
            <a:off x="9909340" y="6295342"/>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FBF687D2-4010-4268-8DC2-A2CE4539AC3C}"/>
              </a:ext>
            </a:extLst>
          </p:cNvPr>
          <p:cNvSpPr/>
          <p:nvPr/>
        </p:nvSpPr>
        <p:spPr>
          <a:xfrm>
            <a:off x="9866399" y="6548074"/>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8EE10296-D0B2-40C6-B00E-B7F92BB67AE9}"/>
              </a:ext>
            </a:extLst>
          </p:cNvPr>
          <p:cNvSpPr/>
          <p:nvPr/>
        </p:nvSpPr>
        <p:spPr>
          <a:xfrm>
            <a:off x="9852025" y="6804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5CCEB3B5-32AB-49A6-9E23-AE919B733A80}"/>
              </a:ext>
            </a:extLst>
          </p:cNvPr>
          <p:cNvSpPr/>
          <p:nvPr/>
        </p:nvSpPr>
        <p:spPr>
          <a:xfrm>
            <a:off x="12147550" y="49720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30C3E609-815A-44E0-8D61-BD874666BCFB}"/>
              </a:ext>
            </a:extLst>
          </p:cNvPr>
          <p:cNvSpPr/>
          <p:nvPr/>
        </p:nvSpPr>
        <p:spPr>
          <a:xfrm>
            <a:off x="11885477" y="499079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C175B5B9-0338-4A51-984A-803566822AB3}"/>
              </a:ext>
            </a:extLst>
          </p:cNvPr>
          <p:cNvSpPr/>
          <p:nvPr/>
        </p:nvSpPr>
        <p:spPr>
          <a:xfrm>
            <a:off x="11628740" y="504664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CA100D02-D599-46C1-97E1-AB4E6ECBA853}"/>
              </a:ext>
            </a:extLst>
          </p:cNvPr>
          <p:cNvSpPr/>
          <p:nvPr/>
        </p:nvSpPr>
        <p:spPr>
          <a:xfrm>
            <a:off x="11382563" y="51384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2AB8A91B-B175-4D3A-B113-5DFBFD2F3040}"/>
              </a:ext>
            </a:extLst>
          </p:cNvPr>
          <p:cNvSpPr/>
          <p:nvPr/>
        </p:nvSpPr>
        <p:spPr>
          <a:xfrm>
            <a:off x="11151960" y="5264382"/>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987951A8-3A48-428F-A6A2-A4B1932A100E}"/>
              </a:ext>
            </a:extLst>
          </p:cNvPr>
          <p:cNvSpPr/>
          <p:nvPr/>
        </p:nvSpPr>
        <p:spPr>
          <a:xfrm>
            <a:off x="10941624" y="542183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BA66C408-23D6-4CA2-A7C4-6DF940058421}"/>
              </a:ext>
            </a:extLst>
          </p:cNvPr>
          <p:cNvSpPr/>
          <p:nvPr/>
        </p:nvSpPr>
        <p:spPr>
          <a:xfrm>
            <a:off x="10755837" y="560762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CB2C1528-D3DD-4AF9-B368-067E16E64E10}"/>
              </a:ext>
            </a:extLst>
          </p:cNvPr>
          <p:cNvSpPr/>
          <p:nvPr/>
        </p:nvSpPr>
        <p:spPr>
          <a:xfrm>
            <a:off x="10598382" y="581796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1B1C1CB3-915B-4C18-AD68-72E4E8F550C7}"/>
              </a:ext>
            </a:extLst>
          </p:cNvPr>
          <p:cNvSpPr/>
          <p:nvPr/>
        </p:nvSpPr>
        <p:spPr>
          <a:xfrm>
            <a:off x="10472462" y="60485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8A4792CE-0828-4048-9591-C0280BF39EF4}"/>
              </a:ext>
            </a:extLst>
          </p:cNvPr>
          <p:cNvSpPr/>
          <p:nvPr/>
        </p:nvSpPr>
        <p:spPr>
          <a:xfrm>
            <a:off x="10380644" y="6294739"/>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498093BC-C600-4633-8B96-5304C674ABC1}"/>
              </a:ext>
            </a:extLst>
          </p:cNvPr>
          <p:cNvSpPr/>
          <p:nvPr/>
        </p:nvSpPr>
        <p:spPr>
          <a:xfrm>
            <a:off x="10324794" y="655147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EF9B5D8A-21EA-43B1-83DF-F462053F916F}"/>
              </a:ext>
            </a:extLst>
          </p:cNvPr>
          <p:cNvSpPr/>
          <p:nvPr/>
        </p:nvSpPr>
        <p:spPr>
          <a:xfrm>
            <a:off x="10306050" y="68135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BFC82C48-61D0-4D6E-BAE0-F2B71BFB98B6}"/>
              </a:ext>
            </a:extLst>
          </p:cNvPr>
          <p:cNvSpPr/>
          <p:nvPr/>
        </p:nvSpPr>
        <p:spPr>
          <a:xfrm>
            <a:off x="12157075" y="5426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4948A91E-70D7-410D-898D-00A364EA13F3}"/>
              </a:ext>
            </a:extLst>
          </p:cNvPr>
          <p:cNvSpPr/>
          <p:nvPr/>
        </p:nvSpPr>
        <p:spPr>
          <a:xfrm>
            <a:off x="11884533" y="5452918"/>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489BA4C2-4B40-432E-A2AB-C0DA71EFC9AB}"/>
              </a:ext>
            </a:extLst>
          </p:cNvPr>
          <p:cNvSpPr/>
          <p:nvPr/>
        </p:nvSpPr>
        <p:spPr>
          <a:xfrm>
            <a:off x="11622467" y="553241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C1748D7E-96D5-4B06-8F51-59EA2D1B2D44}"/>
              </a:ext>
            </a:extLst>
          </p:cNvPr>
          <p:cNvSpPr/>
          <p:nvPr/>
        </p:nvSpPr>
        <p:spPr>
          <a:xfrm>
            <a:off x="11380943" y="5661512"/>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15A02788-B45B-4180-B0B4-D42CCEF42646}"/>
              </a:ext>
            </a:extLst>
          </p:cNvPr>
          <p:cNvSpPr/>
          <p:nvPr/>
        </p:nvSpPr>
        <p:spPr>
          <a:xfrm>
            <a:off x="11169247" y="5835247"/>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E8ECEE70-9EDE-49F7-ACF1-E751B9036B54}"/>
              </a:ext>
            </a:extLst>
          </p:cNvPr>
          <p:cNvSpPr/>
          <p:nvPr/>
        </p:nvSpPr>
        <p:spPr>
          <a:xfrm>
            <a:off x="10995512" y="604694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638F972B-D1B8-4CE6-B324-807CCA3DAA8D}"/>
              </a:ext>
            </a:extLst>
          </p:cNvPr>
          <p:cNvSpPr/>
          <p:nvPr/>
        </p:nvSpPr>
        <p:spPr>
          <a:xfrm>
            <a:off x="10866415" y="6288466"/>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1C2D391E-B6FB-4B9B-8500-436971A1808B}"/>
              </a:ext>
            </a:extLst>
          </p:cNvPr>
          <p:cNvSpPr/>
          <p:nvPr/>
        </p:nvSpPr>
        <p:spPr>
          <a:xfrm>
            <a:off x="10786918" y="655053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0AD84D41-A587-47A7-9D38-7BC8DB05DC2B}"/>
              </a:ext>
            </a:extLst>
          </p:cNvPr>
          <p:cNvSpPr/>
          <p:nvPr/>
        </p:nvSpPr>
        <p:spPr>
          <a:xfrm>
            <a:off x="10760075" y="6823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5ABCF326-1F80-47F0-B131-777986FDF457}"/>
              </a:ext>
            </a:extLst>
          </p:cNvPr>
          <p:cNvSpPr/>
          <p:nvPr/>
        </p:nvSpPr>
        <p:spPr>
          <a:xfrm>
            <a:off x="12166600" y="58801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85435FF7-B6E2-409E-9932-401AB7C8FEF2}"/>
              </a:ext>
            </a:extLst>
          </p:cNvPr>
          <p:cNvSpPr/>
          <p:nvPr/>
        </p:nvSpPr>
        <p:spPr>
          <a:xfrm>
            <a:off x="11872261" y="5926719"/>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5A3FFF22-2FDE-49F6-967D-B072F16D13B6}"/>
              </a:ext>
            </a:extLst>
          </p:cNvPr>
          <p:cNvSpPr/>
          <p:nvPr/>
        </p:nvSpPr>
        <p:spPr>
          <a:xfrm>
            <a:off x="11606734" y="606201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71D20519-8218-4D5A-88E5-6B7998016A2C}"/>
              </a:ext>
            </a:extLst>
          </p:cNvPr>
          <p:cNvSpPr/>
          <p:nvPr/>
        </p:nvSpPr>
        <p:spPr>
          <a:xfrm>
            <a:off x="11396011" y="6272735"/>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47A02FC7-8173-4B26-B119-C0CEC8D0AEBA}"/>
              </a:ext>
            </a:extLst>
          </p:cNvPr>
          <p:cNvSpPr/>
          <p:nvPr/>
        </p:nvSpPr>
        <p:spPr>
          <a:xfrm>
            <a:off x="11260719" y="653826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BDA18173-2DD1-4DD9-95C7-207E15F6503C}"/>
              </a:ext>
            </a:extLst>
          </p:cNvPr>
          <p:cNvSpPr/>
          <p:nvPr/>
        </p:nvSpPr>
        <p:spPr>
          <a:xfrm>
            <a:off x="11214100" y="68326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B0BA6CDB-A2EC-4D8E-87BF-7888FD418A96}"/>
              </a:ext>
            </a:extLst>
          </p:cNvPr>
          <p:cNvSpPr/>
          <p:nvPr/>
        </p:nvSpPr>
        <p:spPr>
          <a:xfrm>
            <a:off x="12176125" y="6334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9EE13C05-9781-490F-B4DC-3CFD8CCE767E}"/>
              </a:ext>
            </a:extLst>
          </p:cNvPr>
          <p:cNvSpPr/>
          <p:nvPr/>
        </p:nvSpPr>
        <p:spPr>
          <a:xfrm>
            <a:off x="11816914" y="6482915"/>
            <a:ext cx="31750" cy="31749"/>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A578905E-A185-492D-B779-31F2A6D0CFFF}"/>
              </a:ext>
            </a:extLst>
          </p:cNvPr>
          <p:cNvSpPr/>
          <p:nvPr/>
        </p:nvSpPr>
        <p:spPr>
          <a:xfrm>
            <a:off x="11668125" y="6842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TextBox 1"/>
          <p:cNvSpPr txBox="1"/>
          <p:nvPr/>
        </p:nvSpPr>
        <p:spPr>
          <a:xfrm>
            <a:off x="731520" y="457200"/>
            <a:ext cx="10698480" cy="731520"/>
          </a:xfrm>
          <a:prstGeom prst="rect">
            <a:avLst/>
          </a:prstGeom>
          <a:noFill/>
        </p:spPr>
        <p:txBody>
          <a:bodyPr wrap="square" lIns="45720" rIns="45720">
            <a:spAutoFit/>
          </a:bodyPr>
          <a:lstStyle/>
          <a:p>
            <a:pPr algn="l">
              <a:spcAft>
                <a:spcPts val="200"/>
              </a:spcAft>
            </a:pPr>
            <a:r>
              <a:rPr sz="1200" b="1" i="0">
                <a:solidFill>
                  <a:srgbClr val="E6FFA6"/>
                </a:solidFill>
                <a:latin typeface="Manrope"/>
              </a:rPr>
              <a:t>12. WHY PARTNER WITH TRESCON</a:t>
            </a:r>
          </a:p>
          <a:p>
            <a:pPr algn="l"/>
            <a:r>
              <a:rPr sz="2200" b="1" i="0">
                <a:solidFill>
                  <a:srgbClr val="FFFFFF"/>
                </a:solidFill>
                <a:latin typeface="Manrope"/>
              </a:rPr>
              <a:t>Unlocking Commercial Opportunities, Policy Access, and Brand Value</a:t>
            </a:r>
          </a:p>
        </p:txBody>
      </p:sp>
      <p:sp>
        <p:nvSpPr>
          <p:cNvPr id="3" name="Rectangle 2"/>
          <p:cNvSpPr/>
          <p:nvPr/>
        </p:nvSpPr>
        <p:spPr>
          <a:xfrm>
            <a:off x="731520" y="1463040"/>
            <a:ext cx="338328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463040"/>
            <a:ext cx="73152" cy="4754880"/>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737360"/>
            <a:ext cx="2926080" cy="4206240"/>
          </a:xfrm>
          <a:prstGeom prst="rect">
            <a:avLst/>
          </a:prstGeom>
          <a:noFill/>
        </p:spPr>
        <p:txBody>
          <a:bodyPr wrap="square" lIns="45720" rIns="45720">
            <a:spAutoFit/>
          </a:bodyPr>
          <a:lstStyle/>
          <a:p>
            <a:pPr algn="l"/>
            <a:r>
              <a:rPr sz="1500" b="1" i="0">
                <a:solidFill>
                  <a:srgbClr val="004B4E"/>
                </a:solidFill>
                <a:latin typeface="Manrope"/>
              </a:rPr>
              <a:t>Direct Market Access
</a:t>
            </a:r>
          </a:p>
          <a:p>
            <a:pPr algn="l"/>
            <a:r>
              <a:rPr sz="1000" b="1" i="0">
                <a:solidFill>
                  <a:srgbClr val="00A5A3"/>
                </a:solidFill>
                <a:latin typeface="Manrope"/>
              </a:rPr>
              <a:t>Accelerated Regional Entry
</a:t>
            </a:r>
          </a:p>
          <a:p>
            <a:pPr algn="l">
              <a:lnSpc>
                <a:spcPct val="130000"/>
              </a:lnSpc>
            </a:pPr>
            <a:r>
              <a:rPr sz="1100" b="0" i="0">
                <a:solidFill>
                  <a:srgbClr val="3C3C3C"/>
                </a:solidFill>
                <a:latin typeface="Manrope"/>
              </a:rPr>
              <a:t>Establish instant credibility and build local pipelines in high-growth tech corridors: Middle East, Africa, India, and Southeast Asia. We provide direct pathways to enterprise buyers, startup founders, and local distributors.</a:t>
            </a:r>
          </a:p>
        </p:txBody>
      </p:sp>
      <p:sp>
        <p:nvSpPr>
          <p:cNvPr id="6" name="Rectangle 5"/>
          <p:cNvSpPr/>
          <p:nvPr/>
        </p:nvSpPr>
        <p:spPr>
          <a:xfrm>
            <a:off x="4389120" y="1463040"/>
            <a:ext cx="338328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389120" y="1463040"/>
            <a:ext cx="73152" cy="4754880"/>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1737360"/>
            <a:ext cx="2926080" cy="4206240"/>
          </a:xfrm>
          <a:prstGeom prst="rect">
            <a:avLst/>
          </a:prstGeom>
          <a:noFill/>
        </p:spPr>
        <p:txBody>
          <a:bodyPr wrap="square" lIns="45720" rIns="45720">
            <a:spAutoFit/>
          </a:bodyPr>
          <a:lstStyle/>
          <a:p>
            <a:pPr algn="l"/>
            <a:r>
              <a:rPr sz="1500" b="1" i="0">
                <a:solidFill>
                  <a:srgbClr val="004B4E"/>
                </a:solidFill>
                <a:latin typeface="Manrope"/>
              </a:rPr>
              <a:t>High-ROI Lead Generation
</a:t>
            </a:r>
          </a:p>
          <a:p>
            <a:pPr algn="l"/>
            <a:r>
              <a:rPr sz="1000" b="1" i="0">
                <a:solidFill>
                  <a:srgbClr val="00A5A3"/>
                </a:solidFill>
                <a:latin typeface="Manrope"/>
              </a:rPr>
              <a:t>Prequalified B2B Matchmaking
</a:t>
            </a:r>
          </a:p>
          <a:p>
            <a:pPr algn="l">
              <a:lnSpc>
                <a:spcPct val="130000"/>
              </a:lnSpc>
            </a:pPr>
            <a:r>
              <a:rPr sz="1100" b="0" i="0">
                <a:solidFill>
                  <a:srgbClr val="3C3C3C"/>
                </a:solidFill>
                <a:latin typeface="Manrope"/>
              </a:rPr>
              <a:t>Bypass traditional cold outreach. Connect directly with decision-makers who have active mandates to procure technology or deploy capital. Includes closed-door roundtables and pre-matched boardroom sessions.</a:t>
            </a:r>
          </a:p>
        </p:txBody>
      </p:sp>
      <p:sp>
        <p:nvSpPr>
          <p:cNvPr id="9" name="Rectangle 8"/>
          <p:cNvSpPr/>
          <p:nvPr/>
        </p:nvSpPr>
        <p:spPr>
          <a:xfrm>
            <a:off x="8046720" y="1463040"/>
            <a:ext cx="338328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046720" y="1463040"/>
            <a:ext cx="73152" cy="4754880"/>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1737360"/>
            <a:ext cx="2926080" cy="4206240"/>
          </a:xfrm>
          <a:prstGeom prst="rect">
            <a:avLst/>
          </a:prstGeom>
          <a:noFill/>
        </p:spPr>
        <p:txBody>
          <a:bodyPr wrap="square" lIns="45720" rIns="45720">
            <a:spAutoFit/>
          </a:bodyPr>
          <a:lstStyle/>
          <a:p>
            <a:pPr algn="l"/>
            <a:r>
              <a:rPr sz="1500" b="1" i="0">
                <a:solidFill>
                  <a:srgbClr val="004B4E"/>
                </a:solidFill>
                <a:latin typeface="Manrope"/>
              </a:rPr>
              <a:t>Sovereign and Government Access
</a:t>
            </a:r>
          </a:p>
          <a:p>
            <a:pPr algn="l"/>
            <a:r>
              <a:rPr sz="1000" b="1" i="0">
                <a:solidFill>
                  <a:srgbClr val="00A5A3"/>
                </a:solidFill>
                <a:latin typeface="Manrope"/>
              </a:rPr>
              <a:t>Regulatory Alignments
</a:t>
            </a:r>
          </a:p>
          <a:p>
            <a:pPr algn="l">
              <a:lnSpc>
                <a:spcPct val="130000"/>
              </a:lnSpc>
            </a:pPr>
            <a:r>
              <a:rPr sz="1100" b="0" i="0">
                <a:solidFill>
                  <a:srgbClr val="3C3C3C"/>
                </a:solidFill>
                <a:latin typeface="Manrope"/>
              </a:rPr>
              <a:t>Align your brand with major national tech initiatives, sandboxes, and smart state programs. Share the stage directly with regional ministers, regulators, and policy makers to shape future business landscapes.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AFA"/>
        </a:solidFill>
        <a:effectLst/>
      </p:bgPr>
    </p:bg>
    <p:spTree>
      <p:nvGrpSpPr>
        <p:cNvPr id="1" name=""/>
        <p:cNvGrpSpPr/>
        <p:nvPr/>
      </p:nvGrpSpPr>
      <p:grpSpPr>
        <a:xfrm>
          <a:off x="0" y="0"/>
          <a:ext cx="0" cy="0"/>
          <a:chOff x="0" y="0"/>
          <a:chExt cx="0" cy="0"/>
        </a:xfrm>
      </p:grpSpPr>
      <p:sp>
        <p:nvSpPr>
          <p:cNvPr id="101" name="Oval 100">
            <a:extLst>
              <a:ext uri="{FF2B5EF4-FFF2-40B4-BE49-F238E27FC236}">
                <a16:creationId xmlns:a16="http://schemas.microsoft.com/office/drawing/2014/main" id="{540DF3CC-46BA-4859-A92D-A57FF8023DDA}"/>
              </a:ext>
            </a:extLst>
          </p:cNvPr>
          <p:cNvSpPr/>
          <p:nvPr/>
        </p:nvSpPr>
        <p:spPr>
          <a:xfrm>
            <a:off x="-53975" y="223202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0" name="Oval 99">
            <a:extLst>
              <a:ext uri="{FF2B5EF4-FFF2-40B4-BE49-F238E27FC236}">
                <a16:creationId xmlns:a16="http://schemas.microsoft.com/office/drawing/2014/main" id="{638E8507-B3E4-4150-A3ED-764F624BF903}"/>
              </a:ext>
            </a:extLst>
          </p:cNvPr>
          <p:cNvSpPr/>
          <p:nvPr/>
        </p:nvSpPr>
        <p:spPr>
          <a:xfrm>
            <a:off x="201976" y="221765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ADB461D6-8D29-4ABA-8B47-82F494E189CB}"/>
              </a:ext>
            </a:extLst>
          </p:cNvPr>
          <p:cNvSpPr/>
          <p:nvPr/>
        </p:nvSpPr>
        <p:spPr>
          <a:xfrm>
            <a:off x="454708" y="217471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8" name="Oval 97">
            <a:extLst>
              <a:ext uri="{FF2B5EF4-FFF2-40B4-BE49-F238E27FC236}">
                <a16:creationId xmlns:a16="http://schemas.microsoft.com/office/drawing/2014/main" id="{265C39FC-95D7-4D21-8767-AADD92BA5C4F}"/>
              </a:ext>
            </a:extLst>
          </p:cNvPr>
          <p:cNvSpPr/>
          <p:nvPr/>
        </p:nvSpPr>
        <p:spPr>
          <a:xfrm>
            <a:off x="701043" y="210374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7" name="Oval 96">
            <a:extLst>
              <a:ext uri="{FF2B5EF4-FFF2-40B4-BE49-F238E27FC236}">
                <a16:creationId xmlns:a16="http://schemas.microsoft.com/office/drawing/2014/main" id="{884052B4-8199-4623-9436-9D217F0586E2}"/>
              </a:ext>
            </a:extLst>
          </p:cNvPr>
          <p:cNvSpPr/>
          <p:nvPr/>
        </p:nvSpPr>
        <p:spPr>
          <a:xfrm>
            <a:off x="937883" y="200564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6" name="Oval 95">
            <a:extLst>
              <a:ext uri="{FF2B5EF4-FFF2-40B4-BE49-F238E27FC236}">
                <a16:creationId xmlns:a16="http://schemas.microsoft.com/office/drawing/2014/main" id="{0D4183B3-C6B4-4CF5-AB21-D67C071C52B2}"/>
              </a:ext>
            </a:extLst>
          </p:cNvPr>
          <p:cNvSpPr/>
          <p:nvPr/>
        </p:nvSpPr>
        <p:spPr>
          <a:xfrm>
            <a:off x="1162250" y="1881637"/>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5" name="Oval 94">
            <a:extLst>
              <a:ext uri="{FF2B5EF4-FFF2-40B4-BE49-F238E27FC236}">
                <a16:creationId xmlns:a16="http://schemas.microsoft.com/office/drawing/2014/main" id="{7D90D5C1-F683-48FD-AB4E-A456B0B0C696}"/>
              </a:ext>
            </a:extLst>
          </p:cNvPr>
          <p:cNvSpPr/>
          <p:nvPr/>
        </p:nvSpPr>
        <p:spPr>
          <a:xfrm>
            <a:off x="1371323" y="1733292"/>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4" name="Oval 93">
            <a:extLst>
              <a:ext uri="{FF2B5EF4-FFF2-40B4-BE49-F238E27FC236}">
                <a16:creationId xmlns:a16="http://schemas.microsoft.com/office/drawing/2014/main" id="{188E06D3-F82E-49DE-B2A0-4DA02C59CC47}"/>
              </a:ext>
            </a:extLst>
          </p:cNvPr>
          <p:cNvSpPr/>
          <p:nvPr/>
        </p:nvSpPr>
        <p:spPr>
          <a:xfrm>
            <a:off x="1562471" y="1562471"/>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3" name="Oval 92">
            <a:extLst>
              <a:ext uri="{FF2B5EF4-FFF2-40B4-BE49-F238E27FC236}">
                <a16:creationId xmlns:a16="http://schemas.microsoft.com/office/drawing/2014/main" id="{3BC1C0AA-F282-42A2-ACA3-A73B3660DB4C}"/>
              </a:ext>
            </a:extLst>
          </p:cNvPr>
          <p:cNvSpPr/>
          <p:nvPr/>
        </p:nvSpPr>
        <p:spPr>
          <a:xfrm>
            <a:off x="1733292" y="137132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2" name="Oval 91">
            <a:extLst>
              <a:ext uri="{FF2B5EF4-FFF2-40B4-BE49-F238E27FC236}">
                <a16:creationId xmlns:a16="http://schemas.microsoft.com/office/drawing/2014/main" id="{4FA445F0-231A-4E99-BB74-2312755198BC}"/>
              </a:ext>
            </a:extLst>
          </p:cNvPr>
          <p:cNvSpPr/>
          <p:nvPr/>
        </p:nvSpPr>
        <p:spPr>
          <a:xfrm>
            <a:off x="1881637" y="1162250"/>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1" name="Oval 90">
            <a:extLst>
              <a:ext uri="{FF2B5EF4-FFF2-40B4-BE49-F238E27FC236}">
                <a16:creationId xmlns:a16="http://schemas.microsoft.com/office/drawing/2014/main" id="{6B0EF9CC-D4D6-4F8D-A3E2-DCE4070E758B}"/>
              </a:ext>
            </a:extLst>
          </p:cNvPr>
          <p:cNvSpPr/>
          <p:nvPr/>
        </p:nvSpPr>
        <p:spPr>
          <a:xfrm>
            <a:off x="2005640" y="93788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0" name="Oval 89">
            <a:extLst>
              <a:ext uri="{FF2B5EF4-FFF2-40B4-BE49-F238E27FC236}">
                <a16:creationId xmlns:a16="http://schemas.microsoft.com/office/drawing/2014/main" id="{9F3E52E4-00EC-4AE0-9336-E76CB9F78E87}"/>
              </a:ext>
            </a:extLst>
          </p:cNvPr>
          <p:cNvSpPr/>
          <p:nvPr/>
        </p:nvSpPr>
        <p:spPr>
          <a:xfrm>
            <a:off x="2103742" y="701043"/>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9" name="Oval 88">
            <a:extLst>
              <a:ext uri="{FF2B5EF4-FFF2-40B4-BE49-F238E27FC236}">
                <a16:creationId xmlns:a16="http://schemas.microsoft.com/office/drawing/2014/main" id="{F85F7B61-BD31-4760-BF5F-7CF9A59840D6}"/>
              </a:ext>
            </a:extLst>
          </p:cNvPr>
          <p:cNvSpPr/>
          <p:nvPr/>
        </p:nvSpPr>
        <p:spPr>
          <a:xfrm>
            <a:off x="2174710" y="454708"/>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8" name="Oval 87">
            <a:extLst>
              <a:ext uri="{FF2B5EF4-FFF2-40B4-BE49-F238E27FC236}">
                <a16:creationId xmlns:a16="http://schemas.microsoft.com/office/drawing/2014/main" id="{E7EF37BA-4E42-4C44-850F-3CE78E513D70}"/>
              </a:ext>
            </a:extLst>
          </p:cNvPr>
          <p:cNvSpPr/>
          <p:nvPr/>
        </p:nvSpPr>
        <p:spPr>
          <a:xfrm>
            <a:off x="2217651" y="201976"/>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7" name="Oval 86">
            <a:extLst>
              <a:ext uri="{FF2B5EF4-FFF2-40B4-BE49-F238E27FC236}">
                <a16:creationId xmlns:a16="http://schemas.microsoft.com/office/drawing/2014/main" id="{29EEAE9A-C7B8-4E57-90ED-F6C28E192D89}"/>
              </a:ext>
            </a:extLst>
          </p:cNvPr>
          <p:cNvSpPr/>
          <p:nvPr/>
        </p:nvSpPr>
        <p:spPr>
          <a:xfrm>
            <a:off x="2232025" y="-53975"/>
            <a:ext cx="107950" cy="1079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6" name="Oval 85">
            <a:extLst>
              <a:ext uri="{FF2B5EF4-FFF2-40B4-BE49-F238E27FC236}">
                <a16:creationId xmlns:a16="http://schemas.microsoft.com/office/drawing/2014/main" id="{42CCDC5C-70FB-4F1D-BED9-19600CCF55E7}"/>
              </a:ext>
            </a:extLst>
          </p:cNvPr>
          <p:cNvSpPr/>
          <p:nvPr/>
        </p:nvSpPr>
        <p:spPr>
          <a:xfrm>
            <a:off x="-44450" y="17970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5" name="Oval 84">
            <a:extLst>
              <a:ext uri="{FF2B5EF4-FFF2-40B4-BE49-F238E27FC236}">
                <a16:creationId xmlns:a16="http://schemas.microsoft.com/office/drawing/2014/main" id="{0275CF35-CD0F-4D66-A122-2B3C9A243EDB}"/>
              </a:ext>
            </a:extLst>
          </p:cNvPr>
          <p:cNvSpPr/>
          <p:nvPr/>
        </p:nvSpPr>
        <p:spPr>
          <a:xfrm>
            <a:off x="217623" y="177830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4" name="Oval 83">
            <a:extLst>
              <a:ext uri="{FF2B5EF4-FFF2-40B4-BE49-F238E27FC236}">
                <a16:creationId xmlns:a16="http://schemas.microsoft.com/office/drawing/2014/main" id="{AD18F7A2-43EA-4A06-9E45-5DE8ABE204E1}"/>
              </a:ext>
            </a:extLst>
          </p:cNvPr>
          <p:cNvSpPr/>
          <p:nvPr/>
        </p:nvSpPr>
        <p:spPr>
          <a:xfrm>
            <a:off x="474360" y="172245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8BE9EED2-4DEC-49A3-96EE-5EA47D9B6A83}"/>
              </a:ext>
            </a:extLst>
          </p:cNvPr>
          <p:cNvSpPr/>
          <p:nvPr/>
        </p:nvSpPr>
        <p:spPr>
          <a:xfrm>
            <a:off x="720537" y="16306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2" name="Oval 81">
            <a:extLst>
              <a:ext uri="{FF2B5EF4-FFF2-40B4-BE49-F238E27FC236}">
                <a16:creationId xmlns:a16="http://schemas.microsoft.com/office/drawing/2014/main" id="{DF9A9288-BEE0-4BD9-B801-77505DBBA7D5}"/>
              </a:ext>
            </a:extLst>
          </p:cNvPr>
          <p:cNvSpPr/>
          <p:nvPr/>
        </p:nvSpPr>
        <p:spPr>
          <a:xfrm>
            <a:off x="951140" y="1504718"/>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BFA00B6A-5863-40E9-889B-D1EEF0F8D662}"/>
              </a:ext>
            </a:extLst>
          </p:cNvPr>
          <p:cNvSpPr/>
          <p:nvPr/>
        </p:nvSpPr>
        <p:spPr>
          <a:xfrm>
            <a:off x="1161476" y="134726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8B13A005-D10D-4C05-B3CA-43DC5F652DCB}"/>
              </a:ext>
            </a:extLst>
          </p:cNvPr>
          <p:cNvSpPr/>
          <p:nvPr/>
        </p:nvSpPr>
        <p:spPr>
          <a:xfrm>
            <a:off x="1347263" y="1161476"/>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9" name="Oval 78">
            <a:extLst>
              <a:ext uri="{FF2B5EF4-FFF2-40B4-BE49-F238E27FC236}">
                <a16:creationId xmlns:a16="http://schemas.microsoft.com/office/drawing/2014/main" id="{C45FA65F-B7F8-467D-93FD-D86C46CE023D}"/>
              </a:ext>
            </a:extLst>
          </p:cNvPr>
          <p:cNvSpPr/>
          <p:nvPr/>
        </p:nvSpPr>
        <p:spPr>
          <a:xfrm>
            <a:off x="1504718" y="95114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CCC4B8BA-321A-4EBF-BD5B-09B4BD7643C4}"/>
              </a:ext>
            </a:extLst>
          </p:cNvPr>
          <p:cNvSpPr/>
          <p:nvPr/>
        </p:nvSpPr>
        <p:spPr>
          <a:xfrm>
            <a:off x="1630637" y="720537"/>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0886CE66-19EB-47C3-80E3-1D4AEB64ADEB}"/>
              </a:ext>
            </a:extLst>
          </p:cNvPr>
          <p:cNvSpPr/>
          <p:nvPr/>
        </p:nvSpPr>
        <p:spPr>
          <a:xfrm>
            <a:off x="1722456" y="47436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5F4DE16F-5532-4A95-98A6-1AE70D7E1ACC}"/>
              </a:ext>
            </a:extLst>
          </p:cNvPr>
          <p:cNvSpPr/>
          <p:nvPr/>
        </p:nvSpPr>
        <p:spPr>
          <a:xfrm>
            <a:off x="1778306" y="217623"/>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5" name="Oval 74">
            <a:extLst>
              <a:ext uri="{FF2B5EF4-FFF2-40B4-BE49-F238E27FC236}">
                <a16:creationId xmlns:a16="http://schemas.microsoft.com/office/drawing/2014/main" id="{53E61D3D-6B0C-4F08-A0CE-1968CAE97105}"/>
              </a:ext>
            </a:extLst>
          </p:cNvPr>
          <p:cNvSpPr/>
          <p:nvPr/>
        </p:nvSpPr>
        <p:spPr>
          <a:xfrm>
            <a:off x="1797050" y="-44450"/>
            <a:ext cx="88900" cy="889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4" name="Oval 73">
            <a:extLst>
              <a:ext uri="{FF2B5EF4-FFF2-40B4-BE49-F238E27FC236}">
                <a16:creationId xmlns:a16="http://schemas.microsoft.com/office/drawing/2014/main" id="{9107D235-FD82-46EA-B90C-C4B039A164EC}"/>
              </a:ext>
            </a:extLst>
          </p:cNvPr>
          <p:cNvSpPr/>
          <p:nvPr/>
        </p:nvSpPr>
        <p:spPr>
          <a:xfrm>
            <a:off x="-34925" y="136207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3" name="Oval 72">
            <a:extLst>
              <a:ext uri="{FF2B5EF4-FFF2-40B4-BE49-F238E27FC236}">
                <a16:creationId xmlns:a16="http://schemas.microsoft.com/office/drawing/2014/main" id="{CAE60417-D142-47D8-B92D-55C88843C865}"/>
              </a:ext>
            </a:extLst>
          </p:cNvPr>
          <p:cNvSpPr/>
          <p:nvPr/>
        </p:nvSpPr>
        <p:spPr>
          <a:xfrm>
            <a:off x="237616" y="1335232"/>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2" name="Oval 71">
            <a:extLst>
              <a:ext uri="{FF2B5EF4-FFF2-40B4-BE49-F238E27FC236}">
                <a16:creationId xmlns:a16="http://schemas.microsoft.com/office/drawing/2014/main" id="{D94D411B-F604-4997-A0FE-4CB2524690CD}"/>
              </a:ext>
            </a:extLst>
          </p:cNvPr>
          <p:cNvSpPr/>
          <p:nvPr/>
        </p:nvSpPr>
        <p:spPr>
          <a:xfrm>
            <a:off x="499684" y="125573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1" name="Oval 70">
            <a:extLst>
              <a:ext uri="{FF2B5EF4-FFF2-40B4-BE49-F238E27FC236}">
                <a16:creationId xmlns:a16="http://schemas.microsoft.com/office/drawing/2014/main" id="{8DB4F96B-5558-4CC4-B59D-DC3F69B9CE97}"/>
              </a:ext>
            </a:extLst>
          </p:cNvPr>
          <p:cNvSpPr/>
          <p:nvPr/>
        </p:nvSpPr>
        <p:spPr>
          <a:xfrm>
            <a:off x="741207" y="1126638"/>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769024D7-F630-46DF-B3B3-A9156AFDC4C9}"/>
              </a:ext>
            </a:extLst>
          </p:cNvPr>
          <p:cNvSpPr/>
          <p:nvPr/>
        </p:nvSpPr>
        <p:spPr>
          <a:xfrm>
            <a:off x="952903" y="952903"/>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9" name="Oval 68">
            <a:extLst>
              <a:ext uri="{FF2B5EF4-FFF2-40B4-BE49-F238E27FC236}">
                <a16:creationId xmlns:a16="http://schemas.microsoft.com/office/drawing/2014/main" id="{40DD845F-3026-47A8-9E8E-E235BCB6A5CB}"/>
              </a:ext>
            </a:extLst>
          </p:cNvPr>
          <p:cNvSpPr/>
          <p:nvPr/>
        </p:nvSpPr>
        <p:spPr>
          <a:xfrm>
            <a:off x="1126638" y="741207"/>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8" name="Oval 67">
            <a:extLst>
              <a:ext uri="{FF2B5EF4-FFF2-40B4-BE49-F238E27FC236}">
                <a16:creationId xmlns:a16="http://schemas.microsoft.com/office/drawing/2014/main" id="{057232CC-FA36-423F-8453-3C964F7BDE42}"/>
              </a:ext>
            </a:extLst>
          </p:cNvPr>
          <p:cNvSpPr/>
          <p:nvPr/>
        </p:nvSpPr>
        <p:spPr>
          <a:xfrm>
            <a:off x="1255735" y="499684"/>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3C93E115-382E-46BA-8422-EBC363919F6E}"/>
              </a:ext>
            </a:extLst>
          </p:cNvPr>
          <p:cNvSpPr/>
          <p:nvPr/>
        </p:nvSpPr>
        <p:spPr>
          <a:xfrm>
            <a:off x="1335232" y="237616"/>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4A716550-0B59-42C7-8B5B-162B5B4E6394}"/>
              </a:ext>
            </a:extLst>
          </p:cNvPr>
          <p:cNvSpPr/>
          <p:nvPr/>
        </p:nvSpPr>
        <p:spPr>
          <a:xfrm>
            <a:off x="1362075" y="-34925"/>
            <a:ext cx="69850" cy="698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5F8CBD0F-2F3D-4184-BE39-BD6A1BA2DDFE}"/>
              </a:ext>
            </a:extLst>
          </p:cNvPr>
          <p:cNvSpPr/>
          <p:nvPr/>
        </p:nvSpPr>
        <p:spPr>
          <a:xfrm>
            <a:off x="-25400" y="9271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DEA37086-F12F-411F-A539-6375A030D28D}"/>
              </a:ext>
            </a:extLst>
          </p:cNvPr>
          <p:cNvSpPr/>
          <p:nvPr/>
        </p:nvSpPr>
        <p:spPr>
          <a:xfrm>
            <a:off x="268939" y="880481"/>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B9AD7C98-B23A-4A17-84F4-4BF4AF7545E8}"/>
              </a:ext>
            </a:extLst>
          </p:cNvPr>
          <p:cNvSpPr/>
          <p:nvPr/>
        </p:nvSpPr>
        <p:spPr>
          <a:xfrm>
            <a:off x="534465" y="74518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FB69547C-29EB-4661-A4FA-D001556CF989}"/>
              </a:ext>
            </a:extLst>
          </p:cNvPr>
          <p:cNvSpPr/>
          <p:nvPr/>
        </p:nvSpPr>
        <p:spPr>
          <a:xfrm>
            <a:off x="745189" y="534465"/>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D3A1F985-5ABF-456E-8B94-79C444F5F4F2}"/>
              </a:ext>
            </a:extLst>
          </p:cNvPr>
          <p:cNvSpPr/>
          <p:nvPr/>
        </p:nvSpPr>
        <p:spPr>
          <a:xfrm>
            <a:off x="880481" y="268939"/>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0" name="Oval 59">
            <a:extLst>
              <a:ext uri="{FF2B5EF4-FFF2-40B4-BE49-F238E27FC236}">
                <a16:creationId xmlns:a16="http://schemas.microsoft.com/office/drawing/2014/main" id="{C2957054-93C8-4759-B291-42D96C8EF69D}"/>
              </a:ext>
            </a:extLst>
          </p:cNvPr>
          <p:cNvSpPr/>
          <p:nvPr/>
        </p:nvSpPr>
        <p:spPr>
          <a:xfrm>
            <a:off x="927100" y="-25400"/>
            <a:ext cx="50800" cy="5080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955E37C8-23CB-4A76-9B11-E9F54662DF73}"/>
              </a:ext>
            </a:extLst>
          </p:cNvPr>
          <p:cNvSpPr/>
          <p:nvPr/>
        </p:nvSpPr>
        <p:spPr>
          <a:xfrm>
            <a:off x="-15875" y="49212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8" name="Oval 57">
            <a:extLst>
              <a:ext uri="{FF2B5EF4-FFF2-40B4-BE49-F238E27FC236}">
                <a16:creationId xmlns:a16="http://schemas.microsoft.com/office/drawing/2014/main" id="{F6A147F4-DCDB-4406-8F7D-53EC16D24CC7}"/>
              </a:ext>
            </a:extLst>
          </p:cNvPr>
          <p:cNvSpPr/>
          <p:nvPr/>
        </p:nvSpPr>
        <p:spPr>
          <a:xfrm>
            <a:off x="343335" y="34333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7" name="Oval 56">
            <a:extLst>
              <a:ext uri="{FF2B5EF4-FFF2-40B4-BE49-F238E27FC236}">
                <a16:creationId xmlns:a16="http://schemas.microsoft.com/office/drawing/2014/main" id="{3E22850A-34B4-4D84-B3CA-897EF7F579B7}"/>
              </a:ext>
            </a:extLst>
          </p:cNvPr>
          <p:cNvSpPr/>
          <p:nvPr/>
        </p:nvSpPr>
        <p:spPr>
          <a:xfrm>
            <a:off x="492125" y="-15875"/>
            <a:ext cx="31750" cy="31750"/>
          </a:xfrm>
          <a:prstGeom prst="ellipse">
            <a:avLst/>
          </a:prstGeom>
          <a:solidFill>
            <a:srgbClr val="00A5A3">
              <a:alpha val="15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1798D2E0-7B11-47A5-AACE-E837D7A76E06}"/>
              </a:ext>
            </a:extLst>
          </p:cNvPr>
          <p:cNvSpPr/>
          <p:nvPr/>
        </p:nvSpPr>
        <p:spPr>
          <a:xfrm>
            <a:off x="12138025" y="4518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5" name="Oval 54">
            <a:extLst>
              <a:ext uri="{FF2B5EF4-FFF2-40B4-BE49-F238E27FC236}">
                <a16:creationId xmlns:a16="http://schemas.microsoft.com/office/drawing/2014/main" id="{DF568AC1-6378-482D-B424-E91FA71DC69B}"/>
              </a:ext>
            </a:extLst>
          </p:cNvPr>
          <p:cNvSpPr/>
          <p:nvPr/>
        </p:nvSpPr>
        <p:spPr>
          <a:xfrm>
            <a:off x="11882074" y="453239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4" name="Oval 53">
            <a:extLst>
              <a:ext uri="{FF2B5EF4-FFF2-40B4-BE49-F238E27FC236}">
                <a16:creationId xmlns:a16="http://schemas.microsoft.com/office/drawing/2014/main" id="{431D9083-5250-4B66-951E-05E984EC4D19}"/>
              </a:ext>
            </a:extLst>
          </p:cNvPr>
          <p:cNvSpPr/>
          <p:nvPr/>
        </p:nvSpPr>
        <p:spPr>
          <a:xfrm>
            <a:off x="11629342" y="457534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3706A2B1-932F-4B88-9C53-E7CDFDBE3F28}"/>
              </a:ext>
            </a:extLst>
          </p:cNvPr>
          <p:cNvSpPr/>
          <p:nvPr/>
        </p:nvSpPr>
        <p:spPr>
          <a:xfrm>
            <a:off x="11383007" y="464630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83E95445-76F5-42C9-9A89-466491B74B7C}"/>
              </a:ext>
            </a:extLst>
          </p:cNvPr>
          <p:cNvSpPr/>
          <p:nvPr/>
        </p:nvSpPr>
        <p:spPr>
          <a:xfrm>
            <a:off x="11146167" y="474441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48F85AB2-D393-4048-9B8F-85FDCEE8340A}"/>
              </a:ext>
            </a:extLst>
          </p:cNvPr>
          <p:cNvSpPr/>
          <p:nvPr/>
        </p:nvSpPr>
        <p:spPr>
          <a:xfrm>
            <a:off x="10921800" y="4868413"/>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44B3A9F8-08ED-41CA-925D-AC31F9DAF995}"/>
              </a:ext>
            </a:extLst>
          </p:cNvPr>
          <p:cNvSpPr/>
          <p:nvPr/>
        </p:nvSpPr>
        <p:spPr>
          <a:xfrm>
            <a:off x="10712728" y="501675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993A555A-A646-4B9A-B547-C8980478E89E}"/>
              </a:ext>
            </a:extLst>
          </p:cNvPr>
          <p:cNvSpPr/>
          <p:nvPr/>
        </p:nvSpPr>
        <p:spPr>
          <a:xfrm>
            <a:off x="10521579" y="5187579"/>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40D01F8C-1E59-4407-A267-82287E2976E6}"/>
              </a:ext>
            </a:extLst>
          </p:cNvPr>
          <p:cNvSpPr/>
          <p:nvPr/>
        </p:nvSpPr>
        <p:spPr>
          <a:xfrm>
            <a:off x="10350758" y="5378728"/>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42735479-29C7-4B00-9E8E-37224E55E25E}"/>
              </a:ext>
            </a:extLst>
          </p:cNvPr>
          <p:cNvSpPr/>
          <p:nvPr/>
        </p:nvSpPr>
        <p:spPr>
          <a:xfrm>
            <a:off x="10202414" y="5587800"/>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5F832743-44E2-450C-A3F6-4402529D908A}"/>
              </a:ext>
            </a:extLst>
          </p:cNvPr>
          <p:cNvSpPr/>
          <p:nvPr/>
        </p:nvSpPr>
        <p:spPr>
          <a:xfrm>
            <a:off x="10078410" y="581216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F4A0C8D8-975A-49EE-9FEA-BCBCA88B0610}"/>
              </a:ext>
            </a:extLst>
          </p:cNvPr>
          <p:cNvSpPr/>
          <p:nvPr/>
        </p:nvSpPr>
        <p:spPr>
          <a:xfrm>
            <a:off x="9980308" y="6049007"/>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7F4A7152-3DAD-4E89-80B6-17B35EC50223}"/>
              </a:ext>
            </a:extLst>
          </p:cNvPr>
          <p:cNvSpPr/>
          <p:nvPr/>
        </p:nvSpPr>
        <p:spPr>
          <a:xfrm>
            <a:off x="9909340" y="6295342"/>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4B11CB62-2CD0-45A4-A159-856F43AFD4F6}"/>
              </a:ext>
            </a:extLst>
          </p:cNvPr>
          <p:cNvSpPr/>
          <p:nvPr/>
        </p:nvSpPr>
        <p:spPr>
          <a:xfrm>
            <a:off x="9866399" y="6548074"/>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337E2D43-4112-4CD6-80D5-10BFF17AD781}"/>
              </a:ext>
            </a:extLst>
          </p:cNvPr>
          <p:cNvSpPr/>
          <p:nvPr/>
        </p:nvSpPr>
        <p:spPr>
          <a:xfrm>
            <a:off x="9852025" y="6804025"/>
            <a:ext cx="107950" cy="1079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B639AE2B-53DA-411A-87DB-CEB2E848B2C3}"/>
              </a:ext>
            </a:extLst>
          </p:cNvPr>
          <p:cNvSpPr/>
          <p:nvPr/>
        </p:nvSpPr>
        <p:spPr>
          <a:xfrm>
            <a:off x="12147550" y="49720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EC68EBBC-C7D5-48A6-A4F5-ABDE7AB10217}"/>
              </a:ext>
            </a:extLst>
          </p:cNvPr>
          <p:cNvSpPr/>
          <p:nvPr/>
        </p:nvSpPr>
        <p:spPr>
          <a:xfrm>
            <a:off x="11885477" y="499079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2676C567-F80D-43B7-A8D5-3B7213C06F58}"/>
              </a:ext>
            </a:extLst>
          </p:cNvPr>
          <p:cNvSpPr/>
          <p:nvPr/>
        </p:nvSpPr>
        <p:spPr>
          <a:xfrm>
            <a:off x="11628740" y="504664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444151CF-F73B-4D1C-BBCB-3C9A398D10CD}"/>
              </a:ext>
            </a:extLst>
          </p:cNvPr>
          <p:cNvSpPr/>
          <p:nvPr/>
        </p:nvSpPr>
        <p:spPr>
          <a:xfrm>
            <a:off x="11382563" y="51384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59541C2F-6F3E-4448-9F1C-9FE87FB842FC}"/>
              </a:ext>
            </a:extLst>
          </p:cNvPr>
          <p:cNvSpPr/>
          <p:nvPr/>
        </p:nvSpPr>
        <p:spPr>
          <a:xfrm>
            <a:off x="11151960" y="5264382"/>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F4904720-5CF5-4A66-B9E9-FAC7D727D4B3}"/>
              </a:ext>
            </a:extLst>
          </p:cNvPr>
          <p:cNvSpPr/>
          <p:nvPr/>
        </p:nvSpPr>
        <p:spPr>
          <a:xfrm>
            <a:off x="10941624" y="542183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69E8D7DF-F5FF-4146-A62B-01F4C21E10DC}"/>
              </a:ext>
            </a:extLst>
          </p:cNvPr>
          <p:cNvSpPr/>
          <p:nvPr/>
        </p:nvSpPr>
        <p:spPr>
          <a:xfrm>
            <a:off x="10755837" y="5607624"/>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CE2AFCD7-0311-4DBA-A021-D19D2D10E50D}"/>
              </a:ext>
            </a:extLst>
          </p:cNvPr>
          <p:cNvSpPr/>
          <p:nvPr/>
        </p:nvSpPr>
        <p:spPr>
          <a:xfrm>
            <a:off x="10598382" y="581796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3EF9E14D-E352-4908-8B9B-71E7254C9883}"/>
              </a:ext>
            </a:extLst>
          </p:cNvPr>
          <p:cNvSpPr/>
          <p:nvPr/>
        </p:nvSpPr>
        <p:spPr>
          <a:xfrm>
            <a:off x="10472462" y="6048563"/>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9B861055-F87D-45DE-98A8-7F89CC3B2E5B}"/>
              </a:ext>
            </a:extLst>
          </p:cNvPr>
          <p:cNvSpPr/>
          <p:nvPr/>
        </p:nvSpPr>
        <p:spPr>
          <a:xfrm>
            <a:off x="10380644" y="6294739"/>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596DE8D5-55A0-4B5C-945C-838FF873A2D5}"/>
              </a:ext>
            </a:extLst>
          </p:cNvPr>
          <p:cNvSpPr/>
          <p:nvPr/>
        </p:nvSpPr>
        <p:spPr>
          <a:xfrm>
            <a:off x="10324794" y="6551477"/>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ABB7B7FF-326C-4815-A71C-6B0509CD3B71}"/>
              </a:ext>
            </a:extLst>
          </p:cNvPr>
          <p:cNvSpPr/>
          <p:nvPr/>
        </p:nvSpPr>
        <p:spPr>
          <a:xfrm>
            <a:off x="10306050" y="6813550"/>
            <a:ext cx="88900" cy="889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4A878E7D-6DFE-4EA8-A834-C0B08115C219}"/>
              </a:ext>
            </a:extLst>
          </p:cNvPr>
          <p:cNvSpPr/>
          <p:nvPr/>
        </p:nvSpPr>
        <p:spPr>
          <a:xfrm>
            <a:off x="12157075" y="5426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8D686DBC-F6CA-4896-9E1E-247147199204}"/>
              </a:ext>
            </a:extLst>
          </p:cNvPr>
          <p:cNvSpPr/>
          <p:nvPr/>
        </p:nvSpPr>
        <p:spPr>
          <a:xfrm>
            <a:off x="11884533" y="5452918"/>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6265D9A1-BCC4-4243-8002-D6F67994E89C}"/>
              </a:ext>
            </a:extLst>
          </p:cNvPr>
          <p:cNvSpPr/>
          <p:nvPr/>
        </p:nvSpPr>
        <p:spPr>
          <a:xfrm>
            <a:off x="11622467" y="553241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816FBA4C-3E12-42C8-BF13-0D4A42B98F6F}"/>
              </a:ext>
            </a:extLst>
          </p:cNvPr>
          <p:cNvSpPr/>
          <p:nvPr/>
        </p:nvSpPr>
        <p:spPr>
          <a:xfrm>
            <a:off x="11380943" y="5661512"/>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B0A6AA64-1933-4F80-A217-9CFFCC303538}"/>
              </a:ext>
            </a:extLst>
          </p:cNvPr>
          <p:cNvSpPr/>
          <p:nvPr/>
        </p:nvSpPr>
        <p:spPr>
          <a:xfrm>
            <a:off x="11169247" y="5835247"/>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1E8F538A-6227-4BB7-B44E-B9FF4940A87A}"/>
              </a:ext>
            </a:extLst>
          </p:cNvPr>
          <p:cNvSpPr/>
          <p:nvPr/>
        </p:nvSpPr>
        <p:spPr>
          <a:xfrm>
            <a:off x="10995512" y="604694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4DCAECCD-3A11-4FE9-BDC3-56FD26E77A7A}"/>
              </a:ext>
            </a:extLst>
          </p:cNvPr>
          <p:cNvSpPr/>
          <p:nvPr/>
        </p:nvSpPr>
        <p:spPr>
          <a:xfrm>
            <a:off x="10866415" y="6288466"/>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D7B1AD56-281A-4647-96C8-A109669F274F}"/>
              </a:ext>
            </a:extLst>
          </p:cNvPr>
          <p:cNvSpPr/>
          <p:nvPr/>
        </p:nvSpPr>
        <p:spPr>
          <a:xfrm>
            <a:off x="10786918" y="6550533"/>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076ACE55-CE1B-491E-A30B-0D02FE6A2C87}"/>
              </a:ext>
            </a:extLst>
          </p:cNvPr>
          <p:cNvSpPr/>
          <p:nvPr/>
        </p:nvSpPr>
        <p:spPr>
          <a:xfrm>
            <a:off x="10760075" y="6823075"/>
            <a:ext cx="69850" cy="698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295C90FE-AFD8-458F-B46D-D678619F8EF3}"/>
              </a:ext>
            </a:extLst>
          </p:cNvPr>
          <p:cNvSpPr/>
          <p:nvPr/>
        </p:nvSpPr>
        <p:spPr>
          <a:xfrm>
            <a:off x="12166600" y="58801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20028E76-702F-4F85-8562-D6A97F11013D}"/>
              </a:ext>
            </a:extLst>
          </p:cNvPr>
          <p:cNvSpPr/>
          <p:nvPr/>
        </p:nvSpPr>
        <p:spPr>
          <a:xfrm>
            <a:off x="11872261" y="5926719"/>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66509844-9E54-4A82-B8BD-3026508EF683}"/>
              </a:ext>
            </a:extLst>
          </p:cNvPr>
          <p:cNvSpPr/>
          <p:nvPr/>
        </p:nvSpPr>
        <p:spPr>
          <a:xfrm>
            <a:off x="11606734" y="606201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7F904BF2-8602-4081-9740-EF3BD6BB2B2F}"/>
              </a:ext>
            </a:extLst>
          </p:cNvPr>
          <p:cNvSpPr/>
          <p:nvPr/>
        </p:nvSpPr>
        <p:spPr>
          <a:xfrm>
            <a:off x="11396011" y="6272735"/>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0C518ADB-EDDF-4636-970F-DB8B8091D44E}"/>
              </a:ext>
            </a:extLst>
          </p:cNvPr>
          <p:cNvSpPr/>
          <p:nvPr/>
        </p:nvSpPr>
        <p:spPr>
          <a:xfrm>
            <a:off x="11260719" y="6538261"/>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3E6B4696-BAC1-456B-A7F5-45893E3D48F9}"/>
              </a:ext>
            </a:extLst>
          </p:cNvPr>
          <p:cNvSpPr/>
          <p:nvPr/>
        </p:nvSpPr>
        <p:spPr>
          <a:xfrm>
            <a:off x="11214100" y="6832600"/>
            <a:ext cx="50800" cy="5080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1EFF9E2B-BD19-4E6A-887C-2BD0E3E360D8}"/>
              </a:ext>
            </a:extLst>
          </p:cNvPr>
          <p:cNvSpPr/>
          <p:nvPr/>
        </p:nvSpPr>
        <p:spPr>
          <a:xfrm>
            <a:off x="12176125" y="6334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D973D63D-330F-4361-9D0A-8DBE23EE7CF6}"/>
              </a:ext>
            </a:extLst>
          </p:cNvPr>
          <p:cNvSpPr/>
          <p:nvPr/>
        </p:nvSpPr>
        <p:spPr>
          <a:xfrm>
            <a:off x="11816914" y="6482915"/>
            <a:ext cx="31750" cy="31749"/>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007CE142-24A2-47F3-AEBC-3EC199FB091A}"/>
              </a:ext>
            </a:extLst>
          </p:cNvPr>
          <p:cNvSpPr/>
          <p:nvPr/>
        </p:nvSpPr>
        <p:spPr>
          <a:xfrm>
            <a:off x="11668125" y="6842125"/>
            <a:ext cx="31750" cy="31750"/>
          </a:xfrm>
          <a:prstGeom prst="ellipse">
            <a:avLst/>
          </a:prstGeom>
          <a:solidFill>
            <a:srgbClr val="00A5A3">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TextBox 1"/>
          <p:cNvSpPr txBox="1"/>
          <p:nvPr/>
        </p:nvSpPr>
        <p:spPr>
          <a:xfrm>
            <a:off x="731520" y="457200"/>
            <a:ext cx="10698480" cy="731520"/>
          </a:xfrm>
          <a:prstGeom prst="rect">
            <a:avLst/>
          </a:prstGeom>
          <a:noFill/>
        </p:spPr>
        <p:txBody>
          <a:bodyPr wrap="square" lIns="45720" rIns="45720">
            <a:spAutoFit/>
          </a:bodyPr>
          <a:lstStyle/>
          <a:p>
            <a:pPr algn="l">
              <a:spcAft>
                <a:spcPts val="200"/>
              </a:spcAft>
            </a:pPr>
            <a:r>
              <a:rPr sz="1200" b="1" i="0">
                <a:solidFill>
                  <a:srgbClr val="00A5A3"/>
                </a:solidFill>
                <a:latin typeface="Manrope"/>
              </a:rPr>
              <a:t>13. LOOKING AHEAD</a:t>
            </a:r>
          </a:p>
          <a:p>
            <a:pPr algn="l"/>
            <a:r>
              <a:rPr sz="2200" b="1" i="0">
                <a:solidFill>
                  <a:srgbClr val="004B4E"/>
                </a:solidFill>
                <a:latin typeface="Manrope"/>
              </a:rPr>
              <a:t>Evolving the Global Innovation and Tech Ecosystem</a:t>
            </a:r>
          </a:p>
        </p:txBody>
      </p:sp>
      <p:sp>
        <p:nvSpPr>
          <p:cNvPr id="3" name="Rectangle 2"/>
          <p:cNvSpPr/>
          <p:nvPr/>
        </p:nvSpPr>
        <p:spPr>
          <a:xfrm>
            <a:off x="731520" y="1463040"/>
            <a:ext cx="3383280" cy="475488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463040"/>
            <a:ext cx="3383280" cy="73152"/>
          </a:xfrm>
          <a:prstGeom prst="rect">
            <a:avLst/>
          </a:prstGeom>
          <a:solidFill>
            <a:srgbClr val="004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737360"/>
            <a:ext cx="2926080" cy="4206240"/>
          </a:xfrm>
          <a:prstGeom prst="rect">
            <a:avLst/>
          </a:prstGeom>
          <a:noFill/>
        </p:spPr>
        <p:txBody>
          <a:bodyPr wrap="square" lIns="45720" rIns="45720">
            <a:spAutoFit/>
          </a:bodyPr>
          <a:lstStyle/>
          <a:p>
            <a:pPr algn="l"/>
            <a:r>
              <a:rPr sz="1500" b="1" i="0">
                <a:solidFill>
                  <a:srgbClr val="004B4E"/>
                </a:solidFill>
                <a:latin typeface="Manrope"/>
              </a:rPr>
              <a:t>Ecosystem Builder
</a:t>
            </a:r>
          </a:p>
          <a:p>
            <a:pPr algn="l"/>
            <a:r>
              <a:rPr sz="1000" b="1" i="0">
                <a:solidFill>
                  <a:srgbClr val="00A5A3"/>
                </a:solidFill>
                <a:latin typeface="Manrope"/>
              </a:rPr>
              <a:t>Moving Beyond Events
</a:t>
            </a:r>
          </a:p>
          <a:p>
            <a:pPr algn="l">
              <a:lnSpc>
                <a:spcPct val="130000"/>
              </a:lnSpc>
            </a:pPr>
            <a:r>
              <a:rPr sz="1100" b="0" i="0">
                <a:solidFill>
                  <a:srgbClr val="3C3C3C"/>
                </a:solidFill>
                <a:latin typeface="Manrope"/>
              </a:rPr>
              <a:t>Evolving from a business event organizer into a long-term commercial ecosystem builder. We are establishing dedicated business accelerators and venture bridging platforms that facilitate ongoing cross-border technology adoption and startup investment flow.</a:t>
            </a:r>
          </a:p>
        </p:txBody>
      </p:sp>
      <p:sp>
        <p:nvSpPr>
          <p:cNvPr id="6" name="Rectangle 5"/>
          <p:cNvSpPr/>
          <p:nvPr/>
        </p:nvSpPr>
        <p:spPr>
          <a:xfrm>
            <a:off x="4389120" y="1463040"/>
            <a:ext cx="3383280" cy="475488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389120" y="1463040"/>
            <a:ext cx="3383280" cy="73152"/>
          </a:xfrm>
          <a:prstGeom prst="rect">
            <a:avLst/>
          </a:prstGeom>
          <a:solidFill>
            <a:srgbClr val="004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1737360"/>
            <a:ext cx="2926080" cy="4206240"/>
          </a:xfrm>
          <a:prstGeom prst="rect">
            <a:avLst/>
          </a:prstGeom>
          <a:noFill/>
        </p:spPr>
        <p:txBody>
          <a:bodyPr wrap="square" lIns="45720" rIns="45720">
            <a:spAutoFit/>
          </a:bodyPr>
          <a:lstStyle/>
          <a:p>
            <a:pPr algn="l"/>
            <a:r>
              <a:rPr sz="1500" b="1" i="0">
                <a:solidFill>
                  <a:srgbClr val="004B4E"/>
                </a:solidFill>
                <a:latin typeface="Manrope"/>
              </a:rPr>
              <a:t>Global Expansion
</a:t>
            </a:r>
          </a:p>
          <a:p>
            <a:pPr algn="l"/>
            <a:r>
              <a:rPr sz="1000" b="1" i="0">
                <a:solidFill>
                  <a:srgbClr val="00A5A3"/>
                </a:solidFill>
                <a:latin typeface="Manrope"/>
              </a:rPr>
              <a:t>Connecting New Corridors
</a:t>
            </a:r>
          </a:p>
          <a:p>
            <a:pPr algn="l">
              <a:lnSpc>
                <a:spcPct val="130000"/>
              </a:lnSpc>
            </a:pPr>
            <a:r>
              <a:rPr sz="1100" b="0" i="0">
                <a:solidFill>
                  <a:srgbClr val="3C3C3C"/>
                </a:solidFill>
                <a:latin typeface="Manrope"/>
              </a:rPr>
              <a:t>Expanding our footprint into new rapid-growth technology markets, including Central Europe, Northern Africa, and South America, while deepening our existing leadership in the Middle East and Southeast Asia.</a:t>
            </a:r>
          </a:p>
        </p:txBody>
      </p:sp>
      <p:sp>
        <p:nvSpPr>
          <p:cNvPr id="9" name="Rectangle 8"/>
          <p:cNvSpPr/>
          <p:nvPr/>
        </p:nvSpPr>
        <p:spPr>
          <a:xfrm>
            <a:off x="8046720" y="1463040"/>
            <a:ext cx="3383280" cy="4754880"/>
          </a:xfrm>
          <a:prstGeom prst="rect">
            <a:avLst/>
          </a:prstGeom>
          <a:solidFill>
            <a:srgbClr val="FFFFFF"/>
          </a:solidFill>
          <a:ln w="12700">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046720" y="1463040"/>
            <a:ext cx="3383280" cy="73152"/>
          </a:xfrm>
          <a:prstGeom prst="rect">
            <a:avLst/>
          </a:prstGeom>
          <a:solidFill>
            <a:srgbClr val="004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1737360"/>
            <a:ext cx="2926080" cy="4206240"/>
          </a:xfrm>
          <a:prstGeom prst="rect">
            <a:avLst/>
          </a:prstGeom>
          <a:noFill/>
        </p:spPr>
        <p:txBody>
          <a:bodyPr wrap="square" lIns="45720" rIns="45720">
            <a:spAutoFit/>
          </a:bodyPr>
          <a:lstStyle/>
          <a:p>
            <a:pPr algn="l"/>
            <a:r>
              <a:rPr sz="1500" b="1" i="0">
                <a:solidFill>
                  <a:srgbClr val="004B4E"/>
                </a:solidFill>
                <a:latin typeface="Manrope"/>
              </a:rPr>
              <a:t>Climate &amp; CARE Expo
</a:t>
            </a:r>
          </a:p>
          <a:p>
            <a:pPr algn="l"/>
            <a:r>
              <a:rPr sz="1000" b="1" i="0">
                <a:solidFill>
                  <a:srgbClr val="00A5A3"/>
                </a:solidFill>
                <a:latin typeface="Manrope"/>
              </a:rPr>
              <a:t>Accelerating Green Technology
</a:t>
            </a:r>
          </a:p>
          <a:p>
            <a:pPr algn="l">
              <a:lnSpc>
                <a:spcPct val="130000"/>
              </a:lnSpc>
            </a:pPr>
            <a:r>
              <a:rPr sz="1100" b="0" i="0">
                <a:solidFill>
                  <a:srgbClr val="3C3C3C"/>
                </a:solidFill>
                <a:latin typeface="Manrope"/>
              </a:rPr>
              <a:t>Scaling up the Climate Action &amp; Renewable Energy (CARE) Expo 2025 to become the premier global platform for policy alignment and technology integration in renewable energy, circular economy, and ESG compliance.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1E23"/>
        </a:solidFill>
        <a:effectLst/>
      </p:bgPr>
    </p:bg>
    <p:spTree>
      <p:nvGrpSpPr>
        <p:cNvPr id="1" name=""/>
        <p:cNvGrpSpPr/>
        <p:nvPr/>
      </p:nvGrpSpPr>
      <p:grpSpPr>
        <a:xfrm>
          <a:off x="0" y="0"/>
          <a:ext cx="0" cy="0"/>
          <a:chOff x="0" y="0"/>
          <a:chExt cx="0" cy="0"/>
        </a:xfrm>
      </p:grpSpPr>
      <p:sp>
        <p:nvSpPr>
          <p:cNvPr id="103" name="Oval 102">
            <a:extLst>
              <a:ext uri="{FF2B5EF4-FFF2-40B4-BE49-F238E27FC236}">
                <a16:creationId xmlns:a16="http://schemas.microsoft.com/office/drawing/2014/main" id="{194A8054-52CE-4131-BC3B-0342856760C5}"/>
              </a:ext>
            </a:extLst>
          </p:cNvPr>
          <p:cNvSpPr/>
          <p:nvPr/>
        </p:nvSpPr>
        <p:spPr>
          <a:xfrm>
            <a:off x="12138025" y="4518025"/>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2" name="Oval 101">
            <a:extLst>
              <a:ext uri="{FF2B5EF4-FFF2-40B4-BE49-F238E27FC236}">
                <a16:creationId xmlns:a16="http://schemas.microsoft.com/office/drawing/2014/main" id="{1E2DAAA5-BE53-4DC7-9EEC-74300BEEF77B}"/>
              </a:ext>
            </a:extLst>
          </p:cNvPr>
          <p:cNvSpPr/>
          <p:nvPr/>
        </p:nvSpPr>
        <p:spPr>
          <a:xfrm>
            <a:off x="11882074" y="4532399"/>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1" name="Oval 100">
            <a:extLst>
              <a:ext uri="{FF2B5EF4-FFF2-40B4-BE49-F238E27FC236}">
                <a16:creationId xmlns:a16="http://schemas.microsoft.com/office/drawing/2014/main" id="{4CF7D311-11C6-4E74-AC84-FC37FCEF3F33}"/>
              </a:ext>
            </a:extLst>
          </p:cNvPr>
          <p:cNvSpPr/>
          <p:nvPr/>
        </p:nvSpPr>
        <p:spPr>
          <a:xfrm>
            <a:off x="11629342" y="4575340"/>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0" name="Oval 99">
            <a:extLst>
              <a:ext uri="{FF2B5EF4-FFF2-40B4-BE49-F238E27FC236}">
                <a16:creationId xmlns:a16="http://schemas.microsoft.com/office/drawing/2014/main" id="{CFCAC3C2-D6FB-435B-85DC-22BF22A6DD12}"/>
              </a:ext>
            </a:extLst>
          </p:cNvPr>
          <p:cNvSpPr/>
          <p:nvPr/>
        </p:nvSpPr>
        <p:spPr>
          <a:xfrm>
            <a:off x="11383007" y="4646308"/>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97926503-0522-4A55-AC9E-A791447E6924}"/>
              </a:ext>
            </a:extLst>
          </p:cNvPr>
          <p:cNvSpPr/>
          <p:nvPr/>
        </p:nvSpPr>
        <p:spPr>
          <a:xfrm>
            <a:off x="11146167" y="4744410"/>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8" name="Oval 97">
            <a:extLst>
              <a:ext uri="{FF2B5EF4-FFF2-40B4-BE49-F238E27FC236}">
                <a16:creationId xmlns:a16="http://schemas.microsoft.com/office/drawing/2014/main" id="{977BC160-44B9-4BAF-86AF-19E4B20711B0}"/>
              </a:ext>
            </a:extLst>
          </p:cNvPr>
          <p:cNvSpPr/>
          <p:nvPr/>
        </p:nvSpPr>
        <p:spPr>
          <a:xfrm>
            <a:off x="10921800" y="4868413"/>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7" name="Oval 96">
            <a:extLst>
              <a:ext uri="{FF2B5EF4-FFF2-40B4-BE49-F238E27FC236}">
                <a16:creationId xmlns:a16="http://schemas.microsoft.com/office/drawing/2014/main" id="{267C629F-E56C-41EC-9D57-F631ECE33ED9}"/>
              </a:ext>
            </a:extLst>
          </p:cNvPr>
          <p:cNvSpPr/>
          <p:nvPr/>
        </p:nvSpPr>
        <p:spPr>
          <a:xfrm>
            <a:off x="10712728" y="5016758"/>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6" name="Oval 95">
            <a:extLst>
              <a:ext uri="{FF2B5EF4-FFF2-40B4-BE49-F238E27FC236}">
                <a16:creationId xmlns:a16="http://schemas.microsoft.com/office/drawing/2014/main" id="{73E182B7-A596-44DA-A535-BF5F8694A58A}"/>
              </a:ext>
            </a:extLst>
          </p:cNvPr>
          <p:cNvSpPr/>
          <p:nvPr/>
        </p:nvSpPr>
        <p:spPr>
          <a:xfrm>
            <a:off x="10521579" y="5187579"/>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5" name="Oval 94">
            <a:extLst>
              <a:ext uri="{FF2B5EF4-FFF2-40B4-BE49-F238E27FC236}">
                <a16:creationId xmlns:a16="http://schemas.microsoft.com/office/drawing/2014/main" id="{5D0A3E5F-2B73-42D3-AB89-A5CA99F47213}"/>
              </a:ext>
            </a:extLst>
          </p:cNvPr>
          <p:cNvSpPr/>
          <p:nvPr/>
        </p:nvSpPr>
        <p:spPr>
          <a:xfrm>
            <a:off x="10350758" y="5378728"/>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4" name="Oval 93">
            <a:extLst>
              <a:ext uri="{FF2B5EF4-FFF2-40B4-BE49-F238E27FC236}">
                <a16:creationId xmlns:a16="http://schemas.microsoft.com/office/drawing/2014/main" id="{91A5FC02-4B0B-48BA-B573-618A9AEAA116}"/>
              </a:ext>
            </a:extLst>
          </p:cNvPr>
          <p:cNvSpPr/>
          <p:nvPr/>
        </p:nvSpPr>
        <p:spPr>
          <a:xfrm>
            <a:off x="10202414" y="5587800"/>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3" name="Oval 92">
            <a:extLst>
              <a:ext uri="{FF2B5EF4-FFF2-40B4-BE49-F238E27FC236}">
                <a16:creationId xmlns:a16="http://schemas.microsoft.com/office/drawing/2014/main" id="{3A2667B7-A415-4786-B18C-2F43204732B3}"/>
              </a:ext>
            </a:extLst>
          </p:cNvPr>
          <p:cNvSpPr/>
          <p:nvPr/>
        </p:nvSpPr>
        <p:spPr>
          <a:xfrm>
            <a:off x="10078410" y="5812167"/>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2" name="Oval 91">
            <a:extLst>
              <a:ext uri="{FF2B5EF4-FFF2-40B4-BE49-F238E27FC236}">
                <a16:creationId xmlns:a16="http://schemas.microsoft.com/office/drawing/2014/main" id="{B6A95AEA-42A9-4D37-B26A-2D357861E67E}"/>
              </a:ext>
            </a:extLst>
          </p:cNvPr>
          <p:cNvSpPr/>
          <p:nvPr/>
        </p:nvSpPr>
        <p:spPr>
          <a:xfrm>
            <a:off x="9980308" y="6049007"/>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1" name="Oval 90">
            <a:extLst>
              <a:ext uri="{FF2B5EF4-FFF2-40B4-BE49-F238E27FC236}">
                <a16:creationId xmlns:a16="http://schemas.microsoft.com/office/drawing/2014/main" id="{75C63FD8-4770-46FE-9D23-8FC93AD742B9}"/>
              </a:ext>
            </a:extLst>
          </p:cNvPr>
          <p:cNvSpPr/>
          <p:nvPr/>
        </p:nvSpPr>
        <p:spPr>
          <a:xfrm>
            <a:off x="9909340" y="6295342"/>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0" name="Oval 89">
            <a:extLst>
              <a:ext uri="{FF2B5EF4-FFF2-40B4-BE49-F238E27FC236}">
                <a16:creationId xmlns:a16="http://schemas.microsoft.com/office/drawing/2014/main" id="{F2FBF735-0475-43CE-85A6-53D75FF1163B}"/>
              </a:ext>
            </a:extLst>
          </p:cNvPr>
          <p:cNvSpPr/>
          <p:nvPr/>
        </p:nvSpPr>
        <p:spPr>
          <a:xfrm>
            <a:off x="9866399" y="6548074"/>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9" name="Oval 88">
            <a:extLst>
              <a:ext uri="{FF2B5EF4-FFF2-40B4-BE49-F238E27FC236}">
                <a16:creationId xmlns:a16="http://schemas.microsoft.com/office/drawing/2014/main" id="{F2E55F9E-D66D-42E2-BA72-74F9D4C173AB}"/>
              </a:ext>
            </a:extLst>
          </p:cNvPr>
          <p:cNvSpPr/>
          <p:nvPr/>
        </p:nvSpPr>
        <p:spPr>
          <a:xfrm>
            <a:off x="9852025" y="6804025"/>
            <a:ext cx="107950" cy="1079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8" name="Oval 87">
            <a:extLst>
              <a:ext uri="{FF2B5EF4-FFF2-40B4-BE49-F238E27FC236}">
                <a16:creationId xmlns:a16="http://schemas.microsoft.com/office/drawing/2014/main" id="{78A21EC9-35EE-4DE9-9BF7-5230460E89C6}"/>
              </a:ext>
            </a:extLst>
          </p:cNvPr>
          <p:cNvSpPr/>
          <p:nvPr/>
        </p:nvSpPr>
        <p:spPr>
          <a:xfrm>
            <a:off x="12147550" y="4972050"/>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7" name="Oval 86">
            <a:extLst>
              <a:ext uri="{FF2B5EF4-FFF2-40B4-BE49-F238E27FC236}">
                <a16:creationId xmlns:a16="http://schemas.microsoft.com/office/drawing/2014/main" id="{AA096375-1C9C-4574-855A-38134AE3F528}"/>
              </a:ext>
            </a:extLst>
          </p:cNvPr>
          <p:cNvSpPr/>
          <p:nvPr/>
        </p:nvSpPr>
        <p:spPr>
          <a:xfrm>
            <a:off x="11885477" y="4990794"/>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6" name="Oval 85">
            <a:extLst>
              <a:ext uri="{FF2B5EF4-FFF2-40B4-BE49-F238E27FC236}">
                <a16:creationId xmlns:a16="http://schemas.microsoft.com/office/drawing/2014/main" id="{4693A4A4-31BF-4B69-B405-07129C21E9E0}"/>
              </a:ext>
            </a:extLst>
          </p:cNvPr>
          <p:cNvSpPr/>
          <p:nvPr/>
        </p:nvSpPr>
        <p:spPr>
          <a:xfrm>
            <a:off x="11628740" y="5046644"/>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5" name="Oval 84">
            <a:extLst>
              <a:ext uri="{FF2B5EF4-FFF2-40B4-BE49-F238E27FC236}">
                <a16:creationId xmlns:a16="http://schemas.microsoft.com/office/drawing/2014/main" id="{AA9A785E-3AB6-4272-B304-90A8756121CF}"/>
              </a:ext>
            </a:extLst>
          </p:cNvPr>
          <p:cNvSpPr/>
          <p:nvPr/>
        </p:nvSpPr>
        <p:spPr>
          <a:xfrm>
            <a:off x="11382563" y="5138463"/>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4" name="Oval 83">
            <a:extLst>
              <a:ext uri="{FF2B5EF4-FFF2-40B4-BE49-F238E27FC236}">
                <a16:creationId xmlns:a16="http://schemas.microsoft.com/office/drawing/2014/main" id="{A4E31018-EA06-4131-86FA-B969CD089441}"/>
              </a:ext>
            </a:extLst>
          </p:cNvPr>
          <p:cNvSpPr/>
          <p:nvPr/>
        </p:nvSpPr>
        <p:spPr>
          <a:xfrm>
            <a:off x="11151960" y="5264382"/>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78728DAA-E349-4359-8B9C-301A940BB6A6}"/>
              </a:ext>
            </a:extLst>
          </p:cNvPr>
          <p:cNvSpPr/>
          <p:nvPr/>
        </p:nvSpPr>
        <p:spPr>
          <a:xfrm>
            <a:off x="10941624" y="5421837"/>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2" name="Oval 81">
            <a:extLst>
              <a:ext uri="{FF2B5EF4-FFF2-40B4-BE49-F238E27FC236}">
                <a16:creationId xmlns:a16="http://schemas.microsoft.com/office/drawing/2014/main" id="{C15BA6BF-EC6C-44E3-B169-9C243F514075}"/>
              </a:ext>
            </a:extLst>
          </p:cNvPr>
          <p:cNvSpPr/>
          <p:nvPr/>
        </p:nvSpPr>
        <p:spPr>
          <a:xfrm>
            <a:off x="10755837" y="5607624"/>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2922D29C-FA7A-4A18-9331-F99D01775932}"/>
              </a:ext>
            </a:extLst>
          </p:cNvPr>
          <p:cNvSpPr/>
          <p:nvPr/>
        </p:nvSpPr>
        <p:spPr>
          <a:xfrm>
            <a:off x="10598382" y="5817960"/>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C2893036-D86F-48B9-A29A-A4CCBCA44934}"/>
              </a:ext>
            </a:extLst>
          </p:cNvPr>
          <p:cNvSpPr/>
          <p:nvPr/>
        </p:nvSpPr>
        <p:spPr>
          <a:xfrm>
            <a:off x="10472462" y="6048563"/>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9" name="Oval 78">
            <a:extLst>
              <a:ext uri="{FF2B5EF4-FFF2-40B4-BE49-F238E27FC236}">
                <a16:creationId xmlns:a16="http://schemas.microsoft.com/office/drawing/2014/main" id="{19F2E44C-4AA8-4177-B433-6F5528C678F9}"/>
              </a:ext>
            </a:extLst>
          </p:cNvPr>
          <p:cNvSpPr/>
          <p:nvPr/>
        </p:nvSpPr>
        <p:spPr>
          <a:xfrm>
            <a:off x="10380644" y="6294739"/>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F677E195-AD5E-4EF9-BE3D-9B022000B724}"/>
              </a:ext>
            </a:extLst>
          </p:cNvPr>
          <p:cNvSpPr/>
          <p:nvPr/>
        </p:nvSpPr>
        <p:spPr>
          <a:xfrm>
            <a:off x="10324794" y="6551477"/>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B71D532F-A980-46A2-8118-6543FF61E422}"/>
              </a:ext>
            </a:extLst>
          </p:cNvPr>
          <p:cNvSpPr/>
          <p:nvPr/>
        </p:nvSpPr>
        <p:spPr>
          <a:xfrm>
            <a:off x="10306050" y="6813550"/>
            <a:ext cx="88900" cy="889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56B7DC62-6292-4963-A52F-E5BDDC00463F}"/>
              </a:ext>
            </a:extLst>
          </p:cNvPr>
          <p:cNvSpPr/>
          <p:nvPr/>
        </p:nvSpPr>
        <p:spPr>
          <a:xfrm>
            <a:off x="12157075" y="5426075"/>
            <a:ext cx="69850" cy="698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5" name="Oval 74">
            <a:extLst>
              <a:ext uri="{FF2B5EF4-FFF2-40B4-BE49-F238E27FC236}">
                <a16:creationId xmlns:a16="http://schemas.microsoft.com/office/drawing/2014/main" id="{544ABF9F-9A1E-47FA-AFC4-62EA497522DA}"/>
              </a:ext>
            </a:extLst>
          </p:cNvPr>
          <p:cNvSpPr/>
          <p:nvPr/>
        </p:nvSpPr>
        <p:spPr>
          <a:xfrm>
            <a:off x="11884533" y="5452918"/>
            <a:ext cx="69850" cy="698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4" name="Oval 73">
            <a:extLst>
              <a:ext uri="{FF2B5EF4-FFF2-40B4-BE49-F238E27FC236}">
                <a16:creationId xmlns:a16="http://schemas.microsoft.com/office/drawing/2014/main" id="{9F33B4EF-F342-4752-BFDE-D7DA75745EFF}"/>
              </a:ext>
            </a:extLst>
          </p:cNvPr>
          <p:cNvSpPr/>
          <p:nvPr/>
        </p:nvSpPr>
        <p:spPr>
          <a:xfrm>
            <a:off x="11622467" y="5532415"/>
            <a:ext cx="69850" cy="698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3" name="Oval 72">
            <a:extLst>
              <a:ext uri="{FF2B5EF4-FFF2-40B4-BE49-F238E27FC236}">
                <a16:creationId xmlns:a16="http://schemas.microsoft.com/office/drawing/2014/main" id="{B4695BDD-79BE-40A5-8135-4E14A41BE886}"/>
              </a:ext>
            </a:extLst>
          </p:cNvPr>
          <p:cNvSpPr/>
          <p:nvPr/>
        </p:nvSpPr>
        <p:spPr>
          <a:xfrm>
            <a:off x="11380943" y="5661512"/>
            <a:ext cx="69850" cy="698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2" name="Oval 71">
            <a:extLst>
              <a:ext uri="{FF2B5EF4-FFF2-40B4-BE49-F238E27FC236}">
                <a16:creationId xmlns:a16="http://schemas.microsoft.com/office/drawing/2014/main" id="{6217A2A6-87EC-4A8D-A048-B56CAEA56A2B}"/>
              </a:ext>
            </a:extLst>
          </p:cNvPr>
          <p:cNvSpPr/>
          <p:nvPr/>
        </p:nvSpPr>
        <p:spPr>
          <a:xfrm>
            <a:off x="11169247" y="5835247"/>
            <a:ext cx="69850" cy="698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1" name="Oval 70">
            <a:extLst>
              <a:ext uri="{FF2B5EF4-FFF2-40B4-BE49-F238E27FC236}">
                <a16:creationId xmlns:a16="http://schemas.microsoft.com/office/drawing/2014/main" id="{BC06A832-290B-4D89-8EB3-080A3354999F}"/>
              </a:ext>
            </a:extLst>
          </p:cNvPr>
          <p:cNvSpPr/>
          <p:nvPr/>
        </p:nvSpPr>
        <p:spPr>
          <a:xfrm>
            <a:off x="10995512" y="6046943"/>
            <a:ext cx="69850" cy="698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D7856A16-F303-4046-B2A2-97584A69469A}"/>
              </a:ext>
            </a:extLst>
          </p:cNvPr>
          <p:cNvSpPr/>
          <p:nvPr/>
        </p:nvSpPr>
        <p:spPr>
          <a:xfrm>
            <a:off x="10866415" y="6288466"/>
            <a:ext cx="69850" cy="698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9" name="Oval 68">
            <a:extLst>
              <a:ext uri="{FF2B5EF4-FFF2-40B4-BE49-F238E27FC236}">
                <a16:creationId xmlns:a16="http://schemas.microsoft.com/office/drawing/2014/main" id="{A51BA7B1-5AEB-47DC-B7C7-9AE31031EFA0}"/>
              </a:ext>
            </a:extLst>
          </p:cNvPr>
          <p:cNvSpPr/>
          <p:nvPr/>
        </p:nvSpPr>
        <p:spPr>
          <a:xfrm>
            <a:off x="10786918" y="6550533"/>
            <a:ext cx="69850" cy="698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8" name="Oval 67">
            <a:extLst>
              <a:ext uri="{FF2B5EF4-FFF2-40B4-BE49-F238E27FC236}">
                <a16:creationId xmlns:a16="http://schemas.microsoft.com/office/drawing/2014/main" id="{8EACFFCD-CE26-4F08-BBAF-DFD5B79E93F6}"/>
              </a:ext>
            </a:extLst>
          </p:cNvPr>
          <p:cNvSpPr/>
          <p:nvPr/>
        </p:nvSpPr>
        <p:spPr>
          <a:xfrm>
            <a:off x="10760075" y="6823075"/>
            <a:ext cx="69850" cy="698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379D1603-DB0E-428A-9240-6022910A49A8}"/>
              </a:ext>
            </a:extLst>
          </p:cNvPr>
          <p:cNvSpPr/>
          <p:nvPr/>
        </p:nvSpPr>
        <p:spPr>
          <a:xfrm>
            <a:off x="12166600" y="5880100"/>
            <a:ext cx="50800" cy="508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A8E47415-0D16-40A2-A848-85549E2966D2}"/>
              </a:ext>
            </a:extLst>
          </p:cNvPr>
          <p:cNvSpPr/>
          <p:nvPr/>
        </p:nvSpPr>
        <p:spPr>
          <a:xfrm>
            <a:off x="11872261" y="5926719"/>
            <a:ext cx="50800" cy="508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12CDDF5A-1A20-4FFB-BDF2-12C00A3734DA}"/>
              </a:ext>
            </a:extLst>
          </p:cNvPr>
          <p:cNvSpPr/>
          <p:nvPr/>
        </p:nvSpPr>
        <p:spPr>
          <a:xfrm>
            <a:off x="11606734" y="6062011"/>
            <a:ext cx="50800" cy="508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1E2D933F-59BC-4D95-96CB-8B5190EFC523}"/>
              </a:ext>
            </a:extLst>
          </p:cNvPr>
          <p:cNvSpPr/>
          <p:nvPr/>
        </p:nvSpPr>
        <p:spPr>
          <a:xfrm>
            <a:off x="11396011" y="6272735"/>
            <a:ext cx="50800" cy="508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D244612E-783C-4356-BAD4-BD20EA2EA647}"/>
              </a:ext>
            </a:extLst>
          </p:cNvPr>
          <p:cNvSpPr/>
          <p:nvPr/>
        </p:nvSpPr>
        <p:spPr>
          <a:xfrm>
            <a:off x="11260719" y="6538261"/>
            <a:ext cx="50800" cy="508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DAB2D187-8A8D-4753-8AB5-DD6FB5D34C6B}"/>
              </a:ext>
            </a:extLst>
          </p:cNvPr>
          <p:cNvSpPr/>
          <p:nvPr/>
        </p:nvSpPr>
        <p:spPr>
          <a:xfrm>
            <a:off x="11214100" y="6832600"/>
            <a:ext cx="50800" cy="5080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40745642-8C3F-493D-BE55-83568965189C}"/>
              </a:ext>
            </a:extLst>
          </p:cNvPr>
          <p:cNvSpPr/>
          <p:nvPr/>
        </p:nvSpPr>
        <p:spPr>
          <a:xfrm>
            <a:off x="12176125" y="6334125"/>
            <a:ext cx="31750" cy="317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0" name="Oval 59">
            <a:extLst>
              <a:ext uri="{FF2B5EF4-FFF2-40B4-BE49-F238E27FC236}">
                <a16:creationId xmlns:a16="http://schemas.microsoft.com/office/drawing/2014/main" id="{6A79DB81-7BCF-4A05-8E0E-0C64E70504E8}"/>
              </a:ext>
            </a:extLst>
          </p:cNvPr>
          <p:cNvSpPr/>
          <p:nvPr/>
        </p:nvSpPr>
        <p:spPr>
          <a:xfrm>
            <a:off x="11816914" y="6482915"/>
            <a:ext cx="31750" cy="31749"/>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5D979FB3-DC04-484A-AE23-E5F3F54DEFB0}"/>
              </a:ext>
            </a:extLst>
          </p:cNvPr>
          <p:cNvSpPr/>
          <p:nvPr/>
        </p:nvSpPr>
        <p:spPr>
          <a:xfrm>
            <a:off x="11668125" y="6842125"/>
            <a:ext cx="31750" cy="31750"/>
          </a:xfrm>
          <a:prstGeom prst="ellipse">
            <a:avLst/>
          </a:prstGeom>
          <a:solidFill>
            <a:srgbClr val="E6FFA6">
              <a:alpha val="18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8" name="Oval 57">
            <a:extLst>
              <a:ext uri="{FF2B5EF4-FFF2-40B4-BE49-F238E27FC236}">
                <a16:creationId xmlns:a16="http://schemas.microsoft.com/office/drawing/2014/main" id="{E8984D1F-858D-4479-BFDC-67ADB2E87810}"/>
              </a:ext>
            </a:extLst>
          </p:cNvPr>
          <p:cNvSpPr/>
          <p:nvPr/>
        </p:nvSpPr>
        <p:spPr>
          <a:xfrm>
            <a:off x="2232025" y="6804025"/>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7" name="Oval 56">
            <a:extLst>
              <a:ext uri="{FF2B5EF4-FFF2-40B4-BE49-F238E27FC236}">
                <a16:creationId xmlns:a16="http://schemas.microsoft.com/office/drawing/2014/main" id="{7554C18C-5455-4832-9455-D96021454AC7}"/>
              </a:ext>
            </a:extLst>
          </p:cNvPr>
          <p:cNvSpPr/>
          <p:nvPr/>
        </p:nvSpPr>
        <p:spPr>
          <a:xfrm>
            <a:off x="2217651" y="6548074"/>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66A1107F-30C8-465E-8555-95E19C398D2D}"/>
              </a:ext>
            </a:extLst>
          </p:cNvPr>
          <p:cNvSpPr/>
          <p:nvPr/>
        </p:nvSpPr>
        <p:spPr>
          <a:xfrm>
            <a:off x="2174710" y="6295342"/>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5" name="Oval 54">
            <a:extLst>
              <a:ext uri="{FF2B5EF4-FFF2-40B4-BE49-F238E27FC236}">
                <a16:creationId xmlns:a16="http://schemas.microsoft.com/office/drawing/2014/main" id="{3362771C-9577-456A-99B9-B27EB7BCDD44}"/>
              </a:ext>
            </a:extLst>
          </p:cNvPr>
          <p:cNvSpPr/>
          <p:nvPr/>
        </p:nvSpPr>
        <p:spPr>
          <a:xfrm>
            <a:off x="2103742" y="6049007"/>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4" name="Oval 53">
            <a:extLst>
              <a:ext uri="{FF2B5EF4-FFF2-40B4-BE49-F238E27FC236}">
                <a16:creationId xmlns:a16="http://schemas.microsoft.com/office/drawing/2014/main" id="{2A47ABA4-D5E4-49D7-9A2F-451C1F367486}"/>
              </a:ext>
            </a:extLst>
          </p:cNvPr>
          <p:cNvSpPr/>
          <p:nvPr/>
        </p:nvSpPr>
        <p:spPr>
          <a:xfrm>
            <a:off x="2005640" y="5812167"/>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FB9B7E42-77E7-42D5-8B69-4B19E4C3F527}"/>
              </a:ext>
            </a:extLst>
          </p:cNvPr>
          <p:cNvSpPr/>
          <p:nvPr/>
        </p:nvSpPr>
        <p:spPr>
          <a:xfrm>
            <a:off x="1881637" y="5587800"/>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6B80AF3F-8270-42D7-9A17-4DC3FCB55CE1}"/>
              </a:ext>
            </a:extLst>
          </p:cNvPr>
          <p:cNvSpPr/>
          <p:nvPr/>
        </p:nvSpPr>
        <p:spPr>
          <a:xfrm>
            <a:off x="1733292" y="5378728"/>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3D53CE7E-E86E-4F60-9FDD-809D148D85DC}"/>
              </a:ext>
            </a:extLst>
          </p:cNvPr>
          <p:cNvSpPr/>
          <p:nvPr/>
        </p:nvSpPr>
        <p:spPr>
          <a:xfrm>
            <a:off x="1562471" y="5187579"/>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775F4F77-2A39-4374-9088-456750B987D5}"/>
              </a:ext>
            </a:extLst>
          </p:cNvPr>
          <p:cNvSpPr/>
          <p:nvPr/>
        </p:nvSpPr>
        <p:spPr>
          <a:xfrm>
            <a:off x="1371323" y="5016758"/>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DB5F1818-ADE3-421C-9D89-8AD09A6C9A99}"/>
              </a:ext>
            </a:extLst>
          </p:cNvPr>
          <p:cNvSpPr/>
          <p:nvPr/>
        </p:nvSpPr>
        <p:spPr>
          <a:xfrm>
            <a:off x="1162250" y="4868413"/>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518B4D21-E331-46D2-BCF1-F4A9137CD0AB}"/>
              </a:ext>
            </a:extLst>
          </p:cNvPr>
          <p:cNvSpPr/>
          <p:nvPr/>
        </p:nvSpPr>
        <p:spPr>
          <a:xfrm>
            <a:off x="937883" y="4744410"/>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6B450DEA-41E0-4244-B7FA-3AF01E76E018}"/>
              </a:ext>
            </a:extLst>
          </p:cNvPr>
          <p:cNvSpPr/>
          <p:nvPr/>
        </p:nvSpPr>
        <p:spPr>
          <a:xfrm>
            <a:off x="701043" y="4646308"/>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94D06642-3A2A-4FE0-8FC5-28A2B0FDA4EE}"/>
              </a:ext>
            </a:extLst>
          </p:cNvPr>
          <p:cNvSpPr/>
          <p:nvPr/>
        </p:nvSpPr>
        <p:spPr>
          <a:xfrm>
            <a:off x="454708" y="4575340"/>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225F2E24-275A-49CB-AFCE-2C56A3FF550C}"/>
              </a:ext>
            </a:extLst>
          </p:cNvPr>
          <p:cNvSpPr/>
          <p:nvPr/>
        </p:nvSpPr>
        <p:spPr>
          <a:xfrm>
            <a:off x="201976" y="4532399"/>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BAB01E06-CD11-4C21-B38B-BD7F313C4819}"/>
              </a:ext>
            </a:extLst>
          </p:cNvPr>
          <p:cNvSpPr/>
          <p:nvPr/>
        </p:nvSpPr>
        <p:spPr>
          <a:xfrm>
            <a:off x="-53975" y="4518025"/>
            <a:ext cx="107950" cy="1079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D9DB99E7-21D7-4AAA-8311-78EC5465B30B}"/>
              </a:ext>
            </a:extLst>
          </p:cNvPr>
          <p:cNvSpPr/>
          <p:nvPr/>
        </p:nvSpPr>
        <p:spPr>
          <a:xfrm>
            <a:off x="1797050" y="6813550"/>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8EA70542-A20D-4178-BB0F-F934A756F1B7}"/>
              </a:ext>
            </a:extLst>
          </p:cNvPr>
          <p:cNvSpPr/>
          <p:nvPr/>
        </p:nvSpPr>
        <p:spPr>
          <a:xfrm>
            <a:off x="1778306" y="6551477"/>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9348D8AF-AC16-48DB-92E8-FA5E5E831CAE}"/>
              </a:ext>
            </a:extLst>
          </p:cNvPr>
          <p:cNvSpPr/>
          <p:nvPr/>
        </p:nvSpPr>
        <p:spPr>
          <a:xfrm>
            <a:off x="1722456" y="6294739"/>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AF9F7089-3CCB-46B9-A236-948C9DF1286E}"/>
              </a:ext>
            </a:extLst>
          </p:cNvPr>
          <p:cNvSpPr/>
          <p:nvPr/>
        </p:nvSpPr>
        <p:spPr>
          <a:xfrm>
            <a:off x="1630637" y="6048563"/>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BA7236BD-9B83-42B5-A5BF-EB19E343EBB0}"/>
              </a:ext>
            </a:extLst>
          </p:cNvPr>
          <p:cNvSpPr/>
          <p:nvPr/>
        </p:nvSpPr>
        <p:spPr>
          <a:xfrm>
            <a:off x="1504718" y="5817960"/>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5E9AA73D-6E80-4CD1-9A04-DAEBA1689A97}"/>
              </a:ext>
            </a:extLst>
          </p:cNvPr>
          <p:cNvSpPr/>
          <p:nvPr/>
        </p:nvSpPr>
        <p:spPr>
          <a:xfrm>
            <a:off x="1347263" y="5607624"/>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FB603A62-5E5C-4C29-A120-663475F7C0C3}"/>
              </a:ext>
            </a:extLst>
          </p:cNvPr>
          <p:cNvSpPr/>
          <p:nvPr/>
        </p:nvSpPr>
        <p:spPr>
          <a:xfrm>
            <a:off x="1161476" y="5421837"/>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903E7E42-95DE-4D9D-A597-39FA9C38497C}"/>
              </a:ext>
            </a:extLst>
          </p:cNvPr>
          <p:cNvSpPr/>
          <p:nvPr/>
        </p:nvSpPr>
        <p:spPr>
          <a:xfrm>
            <a:off x="951140" y="5264382"/>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7E415509-5DCF-4F0A-BA88-D1AA1621155D}"/>
              </a:ext>
            </a:extLst>
          </p:cNvPr>
          <p:cNvSpPr/>
          <p:nvPr/>
        </p:nvSpPr>
        <p:spPr>
          <a:xfrm>
            <a:off x="720537" y="5138463"/>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5531F735-5FA0-4FF6-A22C-3DAD279C48A4}"/>
              </a:ext>
            </a:extLst>
          </p:cNvPr>
          <p:cNvSpPr/>
          <p:nvPr/>
        </p:nvSpPr>
        <p:spPr>
          <a:xfrm>
            <a:off x="474360" y="5046644"/>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1705C13D-3DB7-499E-8C50-842FA3EC7CB7}"/>
              </a:ext>
            </a:extLst>
          </p:cNvPr>
          <p:cNvSpPr/>
          <p:nvPr/>
        </p:nvSpPr>
        <p:spPr>
          <a:xfrm>
            <a:off x="217623" y="4990794"/>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28FEAD94-153C-46F6-ADF2-4628CB1F22D1}"/>
              </a:ext>
            </a:extLst>
          </p:cNvPr>
          <p:cNvSpPr/>
          <p:nvPr/>
        </p:nvSpPr>
        <p:spPr>
          <a:xfrm>
            <a:off x="-44450" y="4972050"/>
            <a:ext cx="88900" cy="889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D2072A5E-BDA2-43C2-B1B8-4AEB03191830}"/>
              </a:ext>
            </a:extLst>
          </p:cNvPr>
          <p:cNvSpPr/>
          <p:nvPr/>
        </p:nvSpPr>
        <p:spPr>
          <a:xfrm>
            <a:off x="1362075" y="6823075"/>
            <a:ext cx="69850" cy="698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2CBCEF42-5CEF-43A8-8628-08291C04AE2E}"/>
              </a:ext>
            </a:extLst>
          </p:cNvPr>
          <p:cNvSpPr/>
          <p:nvPr/>
        </p:nvSpPr>
        <p:spPr>
          <a:xfrm>
            <a:off x="1335232" y="6550533"/>
            <a:ext cx="69850" cy="698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D730ACE6-0390-40C6-8792-0D66301775C0}"/>
              </a:ext>
            </a:extLst>
          </p:cNvPr>
          <p:cNvSpPr/>
          <p:nvPr/>
        </p:nvSpPr>
        <p:spPr>
          <a:xfrm>
            <a:off x="1255735" y="6288466"/>
            <a:ext cx="69850" cy="698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4EB9D3D7-5F65-4C62-8A49-02FFCAC9EEAC}"/>
              </a:ext>
            </a:extLst>
          </p:cNvPr>
          <p:cNvSpPr/>
          <p:nvPr/>
        </p:nvSpPr>
        <p:spPr>
          <a:xfrm>
            <a:off x="1126638" y="6046943"/>
            <a:ext cx="69850" cy="698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0AACF615-0ADA-4382-BE2E-927534D5546E}"/>
              </a:ext>
            </a:extLst>
          </p:cNvPr>
          <p:cNvSpPr/>
          <p:nvPr/>
        </p:nvSpPr>
        <p:spPr>
          <a:xfrm>
            <a:off x="952903" y="5835247"/>
            <a:ext cx="69850" cy="698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8BB7D2BC-62B0-4FC2-9523-1F002F10A2C6}"/>
              </a:ext>
            </a:extLst>
          </p:cNvPr>
          <p:cNvSpPr/>
          <p:nvPr/>
        </p:nvSpPr>
        <p:spPr>
          <a:xfrm>
            <a:off x="741207" y="5661512"/>
            <a:ext cx="69850" cy="698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0BC53A2E-BBEB-4C36-B145-DB3BB0587D5E}"/>
              </a:ext>
            </a:extLst>
          </p:cNvPr>
          <p:cNvSpPr/>
          <p:nvPr/>
        </p:nvSpPr>
        <p:spPr>
          <a:xfrm>
            <a:off x="499684" y="5532415"/>
            <a:ext cx="69850" cy="698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2CCADADC-8155-453F-B666-478B99F19633}"/>
              </a:ext>
            </a:extLst>
          </p:cNvPr>
          <p:cNvSpPr/>
          <p:nvPr/>
        </p:nvSpPr>
        <p:spPr>
          <a:xfrm>
            <a:off x="237616" y="5452918"/>
            <a:ext cx="69850" cy="698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2861C46A-46D2-4728-AB15-33ACA6F90BE9}"/>
              </a:ext>
            </a:extLst>
          </p:cNvPr>
          <p:cNvSpPr/>
          <p:nvPr/>
        </p:nvSpPr>
        <p:spPr>
          <a:xfrm>
            <a:off x="-34925" y="5426075"/>
            <a:ext cx="69850" cy="698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3E80945E-FC41-4C56-99C9-A849B888BF18}"/>
              </a:ext>
            </a:extLst>
          </p:cNvPr>
          <p:cNvSpPr/>
          <p:nvPr/>
        </p:nvSpPr>
        <p:spPr>
          <a:xfrm>
            <a:off x="927100" y="6832600"/>
            <a:ext cx="50800" cy="508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FB3E7DA3-4D58-4C4B-A55C-46C3D6404D01}"/>
              </a:ext>
            </a:extLst>
          </p:cNvPr>
          <p:cNvSpPr/>
          <p:nvPr/>
        </p:nvSpPr>
        <p:spPr>
          <a:xfrm>
            <a:off x="880481" y="6538261"/>
            <a:ext cx="50800" cy="508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3A61DF22-9434-4E91-A1AB-0038C5A0FAD9}"/>
              </a:ext>
            </a:extLst>
          </p:cNvPr>
          <p:cNvSpPr/>
          <p:nvPr/>
        </p:nvSpPr>
        <p:spPr>
          <a:xfrm>
            <a:off x="745189" y="6272735"/>
            <a:ext cx="50800" cy="508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A63F0C72-86EB-46DE-AD69-AA1B85DC8A9E}"/>
              </a:ext>
            </a:extLst>
          </p:cNvPr>
          <p:cNvSpPr/>
          <p:nvPr/>
        </p:nvSpPr>
        <p:spPr>
          <a:xfrm>
            <a:off x="534465" y="6062011"/>
            <a:ext cx="50800" cy="508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00E1D164-C20D-43D0-AB65-BCBE8B235223}"/>
              </a:ext>
            </a:extLst>
          </p:cNvPr>
          <p:cNvSpPr/>
          <p:nvPr/>
        </p:nvSpPr>
        <p:spPr>
          <a:xfrm>
            <a:off x="268939" y="5926719"/>
            <a:ext cx="50800" cy="508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0279739D-9C26-44C5-9BD0-9C7DD3492F00}"/>
              </a:ext>
            </a:extLst>
          </p:cNvPr>
          <p:cNvSpPr/>
          <p:nvPr/>
        </p:nvSpPr>
        <p:spPr>
          <a:xfrm>
            <a:off x="-25400" y="5880100"/>
            <a:ext cx="50800" cy="5080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6D034F83-DCCE-42CB-B726-42DC3C081ED4}"/>
              </a:ext>
            </a:extLst>
          </p:cNvPr>
          <p:cNvSpPr/>
          <p:nvPr/>
        </p:nvSpPr>
        <p:spPr>
          <a:xfrm>
            <a:off x="492125" y="6842125"/>
            <a:ext cx="31750" cy="317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E8315494-4980-4E6C-8B05-11583412D42A}"/>
              </a:ext>
            </a:extLst>
          </p:cNvPr>
          <p:cNvSpPr/>
          <p:nvPr/>
        </p:nvSpPr>
        <p:spPr>
          <a:xfrm>
            <a:off x="343335" y="6482915"/>
            <a:ext cx="31750" cy="31749"/>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EF4B2AEB-DFE4-49FD-BC7D-A83237E2C5F2}"/>
              </a:ext>
            </a:extLst>
          </p:cNvPr>
          <p:cNvSpPr/>
          <p:nvPr/>
        </p:nvSpPr>
        <p:spPr>
          <a:xfrm>
            <a:off x="-15875" y="6334125"/>
            <a:ext cx="31750" cy="31750"/>
          </a:xfrm>
          <a:prstGeom prst="ellipse">
            <a:avLst/>
          </a:prstGeom>
          <a:solidFill>
            <a:srgbClr val="FFFFFF">
              <a:alpha val="20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906BE93C-C58F-4A8F-B67C-0A421D9C77F8}"/>
              </a:ext>
            </a:extLst>
          </p:cNvPr>
          <p:cNvPicPr>
            <a:picLocks/>
          </p:cNvPicPr>
          <p:nvPr/>
        </p:nvPicPr>
        <p:blipFill>
          <a:blip r:embed="rId2"/>
          <a:stretch>
            <a:fillRect/>
          </a:stretch>
        </p:blipFill>
        <p:spPr>
          <a:xfrm>
            <a:off x="0" y="0"/>
            <a:ext cx="5588000" cy="6858000"/>
          </a:xfrm>
          <a:prstGeom prst="rect">
            <a:avLst/>
          </a:prstGeom>
        </p:spPr>
      </p:pic>
      <p:sp>
        <p:nvSpPr>
          <p:cNvPr id="2" name="Rectangle 1"/>
          <p:cNvSpPr/>
          <p:nvPr/>
        </p:nvSpPr>
        <p:spPr>
          <a:xfrm>
            <a:off x="0" y="0"/>
            <a:ext cx="320040" cy="6858000"/>
          </a:xfrm>
          <a:prstGeom prst="rect">
            <a:avLst/>
          </a:prstGeom>
          <a:solidFill>
            <a:srgbClr val="004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0"/>
            <a:ext cx="91440" cy="6858000"/>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350000" y="1905000"/>
            <a:ext cx="5080000" cy="1297791"/>
          </a:xfrm>
          <a:prstGeom prst="rect">
            <a:avLst/>
          </a:prstGeom>
          <a:noFill/>
        </p:spPr>
        <p:txBody>
          <a:bodyPr wrap="square" lIns="45720" rIns="45720">
            <a:spAutoFit/>
          </a:bodyPr>
          <a:lstStyle/>
          <a:p>
            <a:pPr algn="l">
              <a:spcAft>
                <a:spcPts val="1000"/>
              </a:spcAft>
            </a:pPr>
            <a:r>
              <a:rPr sz="2200" b="1" i="0">
                <a:solidFill>
                  <a:srgbClr val="FFFFFF"/>
                </a:solidFill>
                <a:latin typeface="Manrope" pitchFamily="2" charset="0"/>
              </a:rPr>
              <a:t>LET'S SHAPE THE FUTURE OF
BUSINESS, TOGETHER.</a:t>
            </a:r>
          </a:p>
          <a:p>
            <a:pPr algn="l">
              <a:spcBef>
                <a:spcPts val="800"/>
              </a:spcBef>
            </a:pPr>
            <a:r>
              <a:rPr sz="1100" i="0">
                <a:solidFill>
                  <a:srgbClr val="00A5A3"/>
                </a:solidFill>
                <a:latin typeface="Manrope" pitchFamily="2" charset="0"/>
              </a:rPr>
              <a:t>Get in touch to explore global partnership and sponsorship opportunities.</a:t>
            </a:r>
          </a:p>
        </p:txBody>
      </p:sp>
      <p:sp>
        <p:nvSpPr>
          <p:cNvPr id="5" name="Rectangle 4"/>
          <p:cNvSpPr/>
          <p:nvPr/>
        </p:nvSpPr>
        <p:spPr>
          <a:xfrm>
            <a:off x="1371600" y="3108960"/>
            <a:ext cx="9144000" cy="19050"/>
          </a:xfrm>
          <a:prstGeom prst="rect">
            <a:avLst/>
          </a:prstGeom>
          <a:solidFill>
            <a:srgbClr val="00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50000" y="3429000"/>
            <a:ext cx="2476500" cy="1577355"/>
          </a:xfrm>
          <a:prstGeom prst="rect">
            <a:avLst/>
          </a:prstGeom>
          <a:noFill/>
        </p:spPr>
        <p:txBody>
          <a:bodyPr wrap="square" lIns="45720" rIns="45720">
            <a:spAutoFit/>
          </a:bodyPr>
          <a:lstStyle/>
          <a:p>
            <a:pPr algn="l"/>
            <a:r>
              <a:rPr sz="1050" b="1" i="0">
                <a:solidFill>
                  <a:srgbClr val="E6FFA6"/>
                </a:solidFill>
                <a:latin typeface="Manrope" pitchFamily="2" charset="0"/>
              </a:rPr>
              <a:t>GLOBAL HEADQUARTERS
</a:t>
            </a:r>
          </a:p>
          <a:p>
            <a:pPr algn="l">
              <a:lnSpc>
                <a:spcPct val="125000"/>
              </a:lnSpc>
            </a:pPr>
            <a:r>
              <a:rPr sz="900" i="0">
                <a:solidFill>
                  <a:srgbClr val="FFFFFF"/>
                </a:solidFill>
                <a:latin typeface="Manrope" pitchFamily="2" charset="0"/>
              </a:rPr>
              <a:t>Office 806, 1st Floor, Liberty House,
DIFC, Dubai, UAE
</a:t>
            </a:r>
          </a:p>
          <a:p>
            <a:pPr algn="l"/>
            <a:r>
              <a:rPr sz="900" i="0">
                <a:solidFill>
                  <a:srgbClr val="FFFFFF"/>
                </a:solidFill>
                <a:latin typeface="Manrope" pitchFamily="2" charset="0"/>
              </a:rPr>
              <a:t>Phone: (+971) 4 454 9859  |  info@tresconglobal.com</a:t>
            </a:r>
          </a:p>
        </p:txBody>
      </p:sp>
      <p:sp>
        <p:nvSpPr>
          <p:cNvPr id="7" name="TextBox 6"/>
          <p:cNvSpPr txBox="1"/>
          <p:nvPr/>
        </p:nvSpPr>
        <p:spPr>
          <a:xfrm>
            <a:off x="9017000" y="3429000"/>
            <a:ext cx="2476500" cy="1642757"/>
          </a:xfrm>
          <a:prstGeom prst="rect">
            <a:avLst/>
          </a:prstGeom>
          <a:noFill/>
        </p:spPr>
        <p:txBody>
          <a:bodyPr wrap="square" lIns="45720" rIns="45720">
            <a:spAutoFit/>
          </a:bodyPr>
          <a:lstStyle/>
          <a:p>
            <a:pPr algn="l"/>
            <a:r>
              <a:rPr sz="1050" b="1" i="0">
                <a:solidFill>
                  <a:srgbClr val="E6FFA6"/>
                </a:solidFill>
                <a:latin typeface="Manrope" pitchFamily="2" charset="0"/>
              </a:rPr>
              <a:t>INTERNATIONAL OFFICES
</a:t>
            </a:r>
          </a:p>
          <a:p>
            <a:pPr algn="l">
              <a:lnSpc>
                <a:spcPct val="130000"/>
              </a:lnSpc>
            </a:pPr>
            <a:r>
              <a:rPr sz="900" i="0">
                <a:solidFill>
                  <a:srgbClr val="FFFFFF"/>
                </a:solidFill>
                <a:latin typeface="Manrope" pitchFamily="2" charset="0"/>
              </a:rPr>
              <a:t>• BENGALURU, INDIA (Pragati Business District)
• DOHA, QATAR (360nautica)
• PORT LOUIS, MAURITIUS (Liberty House)
• MANGALORE &amp; MANIPAL, INDIA
</a:t>
            </a:r>
          </a:p>
        </p:txBody>
      </p:sp>
      <p:sp>
        <p:nvSpPr>
          <p:cNvPr id="9" name="TextBox 8"/>
          <p:cNvSpPr txBox="1"/>
          <p:nvPr/>
        </p:nvSpPr>
        <p:spPr>
          <a:xfrm>
            <a:off x="6350000" y="5842000"/>
            <a:ext cx="5080000" cy="238527"/>
          </a:xfrm>
          <a:prstGeom prst="rect">
            <a:avLst/>
          </a:prstGeom>
          <a:noFill/>
        </p:spPr>
        <p:txBody>
          <a:bodyPr wrap="square" lIns="45720" rIns="45720">
            <a:spAutoFit/>
          </a:bodyPr>
          <a:lstStyle/>
          <a:p>
            <a:pPr algn="l"/>
            <a:r>
              <a:rPr sz="950" i="0">
                <a:solidFill>
                  <a:srgbClr val="787878"/>
                </a:solidFill>
                <a:latin typeface="Manrope" pitchFamily="2" charset="0"/>
              </a:rPr>
              <a:t>www.tresconglobal.com  |  Celebrating 10 Years of Excellence</a:t>
            </a:r>
          </a:p>
        </p:txBody>
      </p:sp>
      <p:pic>
        <p:nvPicPr>
          <p:cNvPr id="13" name="Picture 12">
            <a:extLst>
              <a:ext uri="{FF2B5EF4-FFF2-40B4-BE49-F238E27FC236}">
                <a16:creationId xmlns:a16="http://schemas.microsoft.com/office/drawing/2014/main" id="{F4FD55F6-AE0D-4C39-8C11-DB59F4EE27EF}"/>
              </a:ext>
            </a:extLst>
          </p:cNvPr>
          <p:cNvPicPr>
            <a:picLocks/>
          </p:cNvPicPr>
          <p:nvPr/>
        </p:nvPicPr>
        <p:blipFill>
          <a:blip r:embed="rId3"/>
          <a:stretch>
            <a:fillRect/>
          </a:stretch>
        </p:blipFill>
        <p:spPr>
          <a:xfrm>
            <a:off x="6350000" y="635000"/>
            <a:ext cx="1397000" cy="8534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2224</Words>
  <Application>Microsoft Office PowerPoint</Application>
  <PresentationFormat>Widescreen</PresentationFormat>
  <Paragraphs>247</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Manrope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Thulasi Devi</cp:lastModifiedBy>
  <cp:revision>2</cp:revision>
  <dcterms:created xsi:type="dcterms:W3CDTF">2013-01-27T09:14:16Z</dcterms:created>
  <dcterms:modified xsi:type="dcterms:W3CDTF">2026-06-30T08:15:08Z</dcterms:modified>
  <cp:category/>
</cp:coreProperties>
</file>